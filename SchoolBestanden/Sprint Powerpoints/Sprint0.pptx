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0" r:id="rId3"/>
    <p:sldId id="257" r:id="rId4"/>
    <p:sldId id="263" r:id="rId5"/>
    <p:sldId id="266" r:id="rId6"/>
    <p:sldId id="261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2A1CF8-AC2A-CBAC-FEBA-38712E87032C}" v="6" dt="2025-02-17T08:39:39.573"/>
    <p1510:client id="{E74F3F12-4418-8F47-3A5B-AE3DFBB0739E}" v="18" dt="2025-02-17T09:19:43.9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wayda Hwayda Bashair (1049850)" userId="S::1049850@hr.nl::cfc65a82-fb1c-475e-92d7-ff76e90f0086" providerId="AD" clId="Web-{3EF45F4D-DC4D-8620-F645-7D8AF43EBE8C}"/>
    <pc:docChg chg="addSld modSld sldOrd">
      <pc:chgData name="Hwayda Hwayda Bashair (1049850)" userId="S::1049850@hr.nl::cfc65a82-fb1c-475e-92d7-ff76e90f0086" providerId="AD" clId="Web-{3EF45F4D-DC4D-8620-F645-7D8AF43EBE8C}" dt="2025-02-14T14:48:04.844" v="367" actId="20577"/>
      <pc:docMkLst>
        <pc:docMk/>
      </pc:docMkLst>
      <pc:sldChg chg="ord">
        <pc:chgData name="Hwayda Hwayda Bashair (1049850)" userId="S::1049850@hr.nl::cfc65a82-fb1c-475e-92d7-ff76e90f0086" providerId="AD" clId="Web-{3EF45F4D-DC4D-8620-F645-7D8AF43EBE8C}" dt="2025-02-14T14:28:47.509" v="35"/>
        <pc:sldMkLst>
          <pc:docMk/>
          <pc:sldMk cId="3509801291" sldId="257"/>
        </pc:sldMkLst>
      </pc:sldChg>
      <pc:sldChg chg="modSp new">
        <pc:chgData name="Hwayda Hwayda Bashair (1049850)" userId="S::1049850@hr.nl::cfc65a82-fb1c-475e-92d7-ff76e90f0086" providerId="AD" clId="Web-{3EF45F4D-DC4D-8620-F645-7D8AF43EBE8C}" dt="2025-02-14T14:27:51.257" v="13" actId="20577"/>
        <pc:sldMkLst>
          <pc:docMk/>
          <pc:sldMk cId="2149049465" sldId="258"/>
        </pc:sldMkLst>
        <pc:spChg chg="mod">
          <ac:chgData name="Hwayda Hwayda Bashair (1049850)" userId="S::1049850@hr.nl::cfc65a82-fb1c-475e-92d7-ff76e90f0086" providerId="AD" clId="Web-{3EF45F4D-DC4D-8620-F645-7D8AF43EBE8C}" dt="2025-02-14T14:27:51.257" v="13" actId="20577"/>
          <ac:spMkLst>
            <pc:docMk/>
            <pc:sldMk cId="2149049465" sldId="258"/>
            <ac:spMk id="2" creationId="{F6557994-E42C-2168-90F0-AA705AF00C2D}"/>
          </ac:spMkLst>
        </pc:spChg>
      </pc:sldChg>
      <pc:sldChg chg="modSp new">
        <pc:chgData name="Hwayda Hwayda Bashair (1049850)" userId="S::1049850@hr.nl::cfc65a82-fb1c-475e-92d7-ff76e90f0086" providerId="AD" clId="Web-{3EF45F4D-DC4D-8620-F645-7D8AF43EBE8C}" dt="2025-02-14T14:28:13.836" v="27" actId="20577"/>
        <pc:sldMkLst>
          <pc:docMk/>
          <pc:sldMk cId="4239546310" sldId="259"/>
        </pc:sldMkLst>
        <pc:spChg chg="mod">
          <ac:chgData name="Hwayda Hwayda Bashair (1049850)" userId="S::1049850@hr.nl::cfc65a82-fb1c-475e-92d7-ff76e90f0086" providerId="AD" clId="Web-{3EF45F4D-DC4D-8620-F645-7D8AF43EBE8C}" dt="2025-02-14T14:28:13.836" v="27" actId="20577"/>
          <ac:spMkLst>
            <pc:docMk/>
            <pc:sldMk cId="4239546310" sldId="259"/>
            <ac:spMk id="2" creationId="{D3B18863-364F-6939-02B0-751DD08E16B3}"/>
          </ac:spMkLst>
        </pc:spChg>
      </pc:sldChg>
      <pc:sldChg chg="modSp new">
        <pc:chgData name="Hwayda Hwayda Bashair (1049850)" userId="S::1049850@hr.nl::cfc65a82-fb1c-475e-92d7-ff76e90f0086" providerId="AD" clId="Web-{3EF45F4D-DC4D-8620-F645-7D8AF43EBE8C}" dt="2025-02-14T14:44:09.649" v="304" actId="20577"/>
        <pc:sldMkLst>
          <pc:docMk/>
          <pc:sldMk cId="3881030924" sldId="260"/>
        </pc:sldMkLst>
        <pc:spChg chg="mod">
          <ac:chgData name="Hwayda Hwayda Bashair (1049850)" userId="S::1049850@hr.nl::cfc65a82-fb1c-475e-92d7-ff76e90f0086" providerId="AD" clId="Web-{3EF45F4D-DC4D-8620-F645-7D8AF43EBE8C}" dt="2025-02-14T14:28:40.024" v="34" actId="20577"/>
          <ac:spMkLst>
            <pc:docMk/>
            <pc:sldMk cId="3881030924" sldId="260"/>
            <ac:spMk id="2" creationId="{F309F1E1-4171-8052-3E40-2C23D81BB3E7}"/>
          </ac:spMkLst>
        </pc:spChg>
        <pc:spChg chg="mod">
          <ac:chgData name="Hwayda Hwayda Bashair (1049850)" userId="S::1049850@hr.nl::cfc65a82-fb1c-475e-92d7-ff76e90f0086" providerId="AD" clId="Web-{3EF45F4D-DC4D-8620-F645-7D8AF43EBE8C}" dt="2025-02-14T14:44:09.649" v="304" actId="20577"/>
          <ac:spMkLst>
            <pc:docMk/>
            <pc:sldMk cId="3881030924" sldId="260"/>
            <ac:spMk id="3" creationId="{8CFFE4F0-96B8-8664-8AA0-F016386C1D27}"/>
          </ac:spMkLst>
        </pc:spChg>
      </pc:sldChg>
      <pc:sldChg chg="modSp">
        <pc:chgData name="Hwayda Hwayda Bashair (1049850)" userId="S::1049850@hr.nl::cfc65a82-fb1c-475e-92d7-ff76e90f0086" providerId="AD" clId="Web-{3EF45F4D-DC4D-8620-F645-7D8AF43EBE8C}" dt="2025-02-14T14:35:46.929" v="101" actId="20577"/>
        <pc:sldMkLst>
          <pc:docMk/>
          <pc:sldMk cId="4273982498" sldId="261"/>
        </pc:sldMkLst>
        <pc:spChg chg="mod">
          <ac:chgData name="Hwayda Hwayda Bashair (1049850)" userId="S::1049850@hr.nl::cfc65a82-fb1c-475e-92d7-ff76e90f0086" providerId="AD" clId="Web-{3EF45F4D-DC4D-8620-F645-7D8AF43EBE8C}" dt="2025-02-14T14:35:46.929" v="101" actId="20577"/>
          <ac:spMkLst>
            <pc:docMk/>
            <pc:sldMk cId="4273982498" sldId="261"/>
            <ac:spMk id="3" creationId="{B270EC25-FFED-6BDD-6B52-73D0AAEAB055}"/>
          </ac:spMkLst>
        </pc:spChg>
      </pc:sldChg>
      <pc:sldChg chg="modSp new ord">
        <pc:chgData name="Hwayda Hwayda Bashair (1049850)" userId="S::1049850@hr.nl::cfc65a82-fb1c-475e-92d7-ff76e90f0086" providerId="AD" clId="Web-{3EF45F4D-DC4D-8620-F645-7D8AF43EBE8C}" dt="2025-02-14T14:39:41.015" v="159" actId="20577"/>
        <pc:sldMkLst>
          <pc:docMk/>
          <pc:sldMk cId="1125819257" sldId="262"/>
        </pc:sldMkLst>
        <pc:spChg chg="mod">
          <ac:chgData name="Hwayda Hwayda Bashair (1049850)" userId="S::1049850@hr.nl::cfc65a82-fb1c-475e-92d7-ff76e90f0086" providerId="AD" clId="Web-{3EF45F4D-DC4D-8620-F645-7D8AF43EBE8C}" dt="2025-02-14T14:36:18.336" v="106" actId="20577"/>
          <ac:spMkLst>
            <pc:docMk/>
            <pc:sldMk cId="1125819257" sldId="262"/>
            <ac:spMk id="2" creationId="{B52DCD39-98C0-CBF6-C678-455CFD3EE601}"/>
          </ac:spMkLst>
        </pc:spChg>
        <pc:spChg chg="mod">
          <ac:chgData name="Hwayda Hwayda Bashair (1049850)" userId="S::1049850@hr.nl::cfc65a82-fb1c-475e-92d7-ff76e90f0086" providerId="AD" clId="Web-{3EF45F4D-DC4D-8620-F645-7D8AF43EBE8C}" dt="2025-02-14T14:39:41.015" v="159" actId="20577"/>
          <ac:spMkLst>
            <pc:docMk/>
            <pc:sldMk cId="1125819257" sldId="262"/>
            <ac:spMk id="3" creationId="{63D4C730-1407-42EB-E4F7-197F38803046}"/>
          </ac:spMkLst>
        </pc:spChg>
      </pc:sldChg>
      <pc:sldChg chg="modSp new ord">
        <pc:chgData name="Hwayda Hwayda Bashair (1049850)" userId="S::1049850@hr.nl::cfc65a82-fb1c-475e-92d7-ff76e90f0086" providerId="AD" clId="Web-{3EF45F4D-DC4D-8620-F645-7D8AF43EBE8C}" dt="2025-02-14T14:48:04.844" v="367" actId="20577"/>
        <pc:sldMkLst>
          <pc:docMk/>
          <pc:sldMk cId="1680564021" sldId="263"/>
        </pc:sldMkLst>
        <pc:spChg chg="mod">
          <ac:chgData name="Hwayda Hwayda Bashair (1049850)" userId="S::1049850@hr.nl::cfc65a82-fb1c-475e-92d7-ff76e90f0086" providerId="AD" clId="Web-{3EF45F4D-DC4D-8620-F645-7D8AF43EBE8C}" dt="2025-02-14T14:40:47.798" v="170" actId="20577"/>
          <ac:spMkLst>
            <pc:docMk/>
            <pc:sldMk cId="1680564021" sldId="263"/>
            <ac:spMk id="2" creationId="{99679AB9-813C-6030-D9E1-5024B46C36B6}"/>
          </ac:spMkLst>
        </pc:spChg>
        <pc:spChg chg="mod">
          <ac:chgData name="Hwayda Hwayda Bashair (1049850)" userId="S::1049850@hr.nl::cfc65a82-fb1c-475e-92d7-ff76e90f0086" providerId="AD" clId="Web-{3EF45F4D-DC4D-8620-F645-7D8AF43EBE8C}" dt="2025-02-14T14:48:04.844" v="367" actId="20577"/>
          <ac:spMkLst>
            <pc:docMk/>
            <pc:sldMk cId="1680564021" sldId="263"/>
            <ac:spMk id="3" creationId="{0DE55BAE-D214-B519-36F2-48D3F52739D3}"/>
          </ac:spMkLst>
        </pc:spChg>
      </pc:sldChg>
      <pc:sldChg chg="modSp">
        <pc:chgData name="Hwayda Hwayda Bashair (1049850)" userId="S::1049850@hr.nl::cfc65a82-fb1c-475e-92d7-ff76e90f0086" providerId="AD" clId="Web-{3EF45F4D-DC4D-8620-F645-7D8AF43EBE8C}" dt="2025-02-14T14:43:57.258" v="286" actId="20577"/>
        <pc:sldMkLst>
          <pc:docMk/>
          <pc:sldMk cId="1448387869" sldId="264"/>
        </pc:sldMkLst>
        <pc:spChg chg="mod">
          <ac:chgData name="Hwayda Hwayda Bashair (1049850)" userId="S::1049850@hr.nl::cfc65a82-fb1c-475e-92d7-ff76e90f0086" providerId="AD" clId="Web-{3EF45F4D-DC4D-8620-F645-7D8AF43EBE8C}" dt="2025-02-14T14:43:57.258" v="286" actId="20577"/>
          <ac:spMkLst>
            <pc:docMk/>
            <pc:sldMk cId="1448387869" sldId="264"/>
            <ac:spMk id="3" creationId="{75611EA5-C74C-EEF9-5368-E957897DD1D6}"/>
          </ac:spMkLst>
        </pc:spChg>
      </pc:sldChg>
      <pc:sldChg chg="modSp new ord">
        <pc:chgData name="Hwayda Hwayda Bashair (1049850)" userId="S::1049850@hr.nl::cfc65a82-fb1c-475e-92d7-ff76e90f0086" providerId="AD" clId="Web-{3EF45F4D-DC4D-8620-F645-7D8AF43EBE8C}" dt="2025-02-14T14:44:36.072" v="347" actId="20577"/>
        <pc:sldMkLst>
          <pc:docMk/>
          <pc:sldMk cId="630579946" sldId="265"/>
        </pc:sldMkLst>
        <pc:spChg chg="mod">
          <ac:chgData name="Hwayda Hwayda Bashair (1049850)" userId="S::1049850@hr.nl::cfc65a82-fb1c-475e-92d7-ff76e90f0086" providerId="AD" clId="Web-{3EF45F4D-DC4D-8620-F645-7D8AF43EBE8C}" dt="2025-02-14T14:44:21.477" v="319" actId="20577"/>
          <ac:spMkLst>
            <pc:docMk/>
            <pc:sldMk cId="630579946" sldId="265"/>
            <ac:spMk id="2" creationId="{6B742D2A-C288-4E49-2474-001EAE464E9E}"/>
          </ac:spMkLst>
        </pc:spChg>
        <pc:spChg chg="mod">
          <ac:chgData name="Hwayda Hwayda Bashair (1049850)" userId="S::1049850@hr.nl::cfc65a82-fb1c-475e-92d7-ff76e90f0086" providerId="AD" clId="Web-{3EF45F4D-DC4D-8620-F645-7D8AF43EBE8C}" dt="2025-02-14T14:44:36.072" v="347" actId="20577"/>
          <ac:spMkLst>
            <pc:docMk/>
            <pc:sldMk cId="630579946" sldId="265"/>
            <ac:spMk id="3" creationId="{EA9BBAD5-4FA1-3161-667B-A8A3900D7231}"/>
          </ac:spMkLst>
        </pc:spChg>
      </pc:sldChg>
    </pc:docChg>
  </pc:docChgLst>
  <pc:docChgLst>
    <pc:chgData name="Hwayda Hwayda Bashair (1049850)" userId="S::1049850@hr.nl::cfc65a82-fb1c-475e-92d7-ff76e90f0086" providerId="AD" clId="Web-{E74F3F12-4418-8F47-3A5B-AE3DFBB0739E}"/>
    <pc:docChg chg="modSld sldOrd">
      <pc:chgData name="Hwayda Hwayda Bashair (1049850)" userId="S::1049850@hr.nl::cfc65a82-fb1c-475e-92d7-ff76e90f0086" providerId="AD" clId="Web-{E74F3F12-4418-8F47-3A5B-AE3DFBB0739E}" dt="2025-02-17T09:19:37.202" v="16" actId="20577"/>
      <pc:docMkLst>
        <pc:docMk/>
      </pc:docMkLst>
      <pc:sldChg chg="modSp">
        <pc:chgData name="Hwayda Hwayda Bashair (1049850)" userId="S::1049850@hr.nl::cfc65a82-fb1c-475e-92d7-ff76e90f0086" providerId="AD" clId="Web-{E74F3F12-4418-8F47-3A5B-AE3DFBB0739E}" dt="2025-02-17T09:19:37.202" v="16" actId="20577"/>
        <pc:sldMkLst>
          <pc:docMk/>
          <pc:sldMk cId="1680564021" sldId="263"/>
        </pc:sldMkLst>
        <pc:spChg chg="mod">
          <ac:chgData name="Hwayda Hwayda Bashair (1049850)" userId="S::1049850@hr.nl::cfc65a82-fb1c-475e-92d7-ff76e90f0086" providerId="AD" clId="Web-{E74F3F12-4418-8F47-3A5B-AE3DFBB0739E}" dt="2025-02-17T09:19:37.202" v="16" actId="20577"/>
          <ac:spMkLst>
            <pc:docMk/>
            <pc:sldMk cId="1680564021" sldId="263"/>
            <ac:spMk id="3" creationId="{0DE55BAE-D214-B519-36F2-48D3F52739D3}"/>
          </ac:spMkLst>
        </pc:spChg>
      </pc:sldChg>
      <pc:sldChg chg="ord">
        <pc:chgData name="Hwayda Hwayda Bashair (1049850)" userId="S::1049850@hr.nl::cfc65a82-fb1c-475e-92d7-ff76e90f0086" providerId="AD" clId="Web-{E74F3F12-4418-8F47-3A5B-AE3DFBB0739E}" dt="2025-02-17T09:19:12.044" v="1"/>
        <pc:sldMkLst>
          <pc:docMk/>
          <pc:sldMk cId="389105982" sldId="266"/>
        </pc:sldMkLst>
      </pc:sldChg>
    </pc:docChg>
  </pc:docChgLst>
  <pc:docChgLst>
    <pc:chgData name="Hwayda Hwayda Bashair (1049850)" userId="S::1049850@hr.nl::cfc65a82-fb1c-475e-92d7-ff76e90f0086" providerId="AD" clId="Web-{A82E2266-B9C6-F53E-498B-94CEEEB7841E}"/>
    <pc:docChg chg="addSld modSld">
      <pc:chgData name="Hwayda Hwayda Bashair (1049850)" userId="S::1049850@hr.nl::cfc65a82-fb1c-475e-92d7-ff76e90f0086" providerId="AD" clId="Web-{A82E2266-B9C6-F53E-498B-94CEEEB7841E}" dt="2025-02-15T11:50:05.785" v="29" actId="20577"/>
      <pc:docMkLst>
        <pc:docMk/>
      </pc:docMkLst>
      <pc:sldChg chg="addSp delSp modSp">
        <pc:chgData name="Hwayda Hwayda Bashair (1049850)" userId="S::1049850@hr.nl::cfc65a82-fb1c-475e-92d7-ff76e90f0086" providerId="AD" clId="Web-{A82E2266-B9C6-F53E-498B-94CEEEB7841E}" dt="2025-02-15T11:50:05.785" v="29" actId="20577"/>
        <pc:sldMkLst>
          <pc:docMk/>
          <pc:sldMk cId="1680564021" sldId="263"/>
        </pc:sldMkLst>
        <pc:spChg chg="mod">
          <ac:chgData name="Hwayda Hwayda Bashair (1049850)" userId="S::1049850@hr.nl::cfc65a82-fb1c-475e-92d7-ff76e90f0086" providerId="AD" clId="Web-{A82E2266-B9C6-F53E-498B-94CEEEB7841E}" dt="2025-02-15T11:50:05.785" v="29" actId="20577"/>
          <ac:spMkLst>
            <pc:docMk/>
            <pc:sldMk cId="1680564021" sldId="263"/>
            <ac:spMk id="3" creationId="{0DE55BAE-D214-B519-36F2-48D3F52739D3}"/>
          </ac:spMkLst>
        </pc:spChg>
        <pc:picChg chg="add del mod">
          <ac:chgData name="Hwayda Hwayda Bashair (1049850)" userId="S::1049850@hr.nl::cfc65a82-fb1c-475e-92d7-ff76e90f0086" providerId="AD" clId="Web-{A82E2266-B9C6-F53E-498B-94CEEEB7841E}" dt="2025-02-15T11:47:04.525" v="3"/>
          <ac:picMkLst>
            <pc:docMk/>
            <pc:sldMk cId="1680564021" sldId="263"/>
            <ac:picMk id="5" creationId="{9974F299-C1D9-B67E-E627-C6B1AD90870C}"/>
          </ac:picMkLst>
        </pc:picChg>
      </pc:sldChg>
      <pc:sldChg chg="addSp delSp modSp new mod setBg setClrOvrMap">
        <pc:chgData name="Hwayda Hwayda Bashair (1049850)" userId="S::1049850@hr.nl::cfc65a82-fb1c-475e-92d7-ff76e90f0086" providerId="AD" clId="Web-{A82E2266-B9C6-F53E-498B-94CEEEB7841E}" dt="2025-02-15T11:48:13.513" v="21"/>
        <pc:sldMkLst>
          <pc:docMk/>
          <pc:sldMk cId="389105982" sldId="266"/>
        </pc:sldMkLst>
        <pc:spChg chg="mod">
          <ac:chgData name="Hwayda Hwayda Bashair (1049850)" userId="S::1049850@hr.nl::cfc65a82-fb1c-475e-92d7-ff76e90f0086" providerId="AD" clId="Web-{A82E2266-B9C6-F53E-498B-94CEEEB7841E}" dt="2025-02-15T11:48:13.513" v="21"/>
          <ac:spMkLst>
            <pc:docMk/>
            <pc:sldMk cId="389105982" sldId="266"/>
            <ac:spMk id="2" creationId="{B5725AFC-4FC7-D5AC-4B52-2B796CCC5293}"/>
          </ac:spMkLst>
        </pc:spChg>
        <pc:spChg chg="del">
          <ac:chgData name="Hwayda Hwayda Bashair (1049850)" userId="S::1049850@hr.nl::cfc65a82-fb1c-475e-92d7-ff76e90f0086" providerId="AD" clId="Web-{A82E2266-B9C6-F53E-498B-94CEEEB7841E}" dt="2025-02-15T11:47:10.416" v="5"/>
          <ac:spMkLst>
            <pc:docMk/>
            <pc:sldMk cId="389105982" sldId="266"/>
            <ac:spMk id="3" creationId="{C0CDAC09-07D1-4BC2-1BA6-2A0793D7BF95}"/>
          </ac:spMkLst>
        </pc:spChg>
        <pc:spChg chg="add">
          <ac:chgData name="Hwayda Hwayda Bashair (1049850)" userId="S::1049850@hr.nl::cfc65a82-fb1c-475e-92d7-ff76e90f0086" providerId="AD" clId="Web-{A82E2266-B9C6-F53E-498B-94CEEEB7841E}" dt="2025-02-15T11:48:13.513" v="21"/>
          <ac:spMkLst>
            <pc:docMk/>
            <pc:sldMk cId="389105982" sldId="266"/>
            <ac:spMk id="6" creationId="{6697F791-5FFA-4164-899F-EB52EA72B024}"/>
          </ac:spMkLst>
        </pc:spChg>
        <pc:spChg chg="add del">
          <ac:chgData name="Hwayda Hwayda Bashair (1049850)" userId="S::1049850@hr.nl::cfc65a82-fb1c-475e-92d7-ff76e90f0086" providerId="AD" clId="Web-{A82E2266-B9C6-F53E-498B-94CEEEB7841E}" dt="2025-02-15T11:47:47.230" v="12"/>
          <ac:spMkLst>
            <pc:docMk/>
            <pc:sldMk cId="389105982" sldId="266"/>
            <ac:spMk id="8" creationId="{E37CBCC1-83AC-A020-C0B8-9D8122CCBBE9}"/>
          </ac:spMkLst>
        </pc:spChg>
        <pc:spChg chg="add">
          <ac:chgData name="Hwayda Hwayda Bashair (1049850)" userId="S::1049850@hr.nl::cfc65a82-fb1c-475e-92d7-ff76e90f0086" providerId="AD" clId="Web-{A82E2266-B9C6-F53E-498B-94CEEEB7841E}" dt="2025-02-15T11:48:13.513" v="21"/>
          <ac:spMkLst>
            <pc:docMk/>
            <pc:sldMk cId="389105982" sldId="266"/>
            <ac:spMk id="9" creationId="{B773AB25-A422-41AA-9737-5E04C1966DE1}"/>
          </ac:spMkLst>
        </pc:spChg>
        <pc:spChg chg="add del">
          <ac:chgData name="Hwayda Hwayda Bashair (1049850)" userId="S::1049850@hr.nl::cfc65a82-fb1c-475e-92d7-ff76e90f0086" providerId="AD" clId="Web-{A82E2266-B9C6-F53E-498B-94CEEEB7841E}" dt="2025-02-15T11:47:47.230" v="12"/>
          <ac:spMkLst>
            <pc:docMk/>
            <pc:sldMk cId="389105982" sldId="266"/>
            <ac:spMk id="11" creationId="{6697F791-5FFA-4164-899F-EB52EA72B024}"/>
          </ac:spMkLst>
        </pc:spChg>
        <pc:spChg chg="add">
          <ac:chgData name="Hwayda Hwayda Bashair (1049850)" userId="S::1049850@hr.nl::cfc65a82-fb1c-475e-92d7-ff76e90f0086" providerId="AD" clId="Web-{A82E2266-B9C6-F53E-498B-94CEEEB7841E}" dt="2025-02-15T11:48:13.513" v="21"/>
          <ac:spMkLst>
            <pc:docMk/>
            <pc:sldMk cId="389105982" sldId="266"/>
            <ac:spMk id="12" creationId="{4B259267-6DC8-79D1-6923-4B9043954776}"/>
          </ac:spMkLst>
        </pc:spChg>
        <pc:spChg chg="add del">
          <ac:chgData name="Hwayda Hwayda Bashair (1049850)" userId="S::1049850@hr.nl::cfc65a82-fb1c-475e-92d7-ff76e90f0086" providerId="AD" clId="Web-{A82E2266-B9C6-F53E-498B-94CEEEB7841E}" dt="2025-02-15T11:47:47.230" v="12"/>
          <ac:spMkLst>
            <pc:docMk/>
            <pc:sldMk cId="389105982" sldId="266"/>
            <ac:spMk id="15" creationId="{B773AB25-A422-41AA-9737-5E04C1966DE1}"/>
          </ac:spMkLst>
        </pc:spChg>
        <pc:grpChg chg="add">
          <ac:chgData name="Hwayda Hwayda Bashair (1049850)" userId="S::1049850@hr.nl::cfc65a82-fb1c-475e-92d7-ff76e90f0086" providerId="AD" clId="Web-{A82E2266-B9C6-F53E-498B-94CEEEB7841E}" dt="2025-02-15T11:48:13.513" v="21"/>
          <ac:grpSpMkLst>
            <pc:docMk/>
            <pc:sldMk cId="389105982" sldId="266"/>
            <ac:grpSpMk id="14" creationId="{6AD0D387-1584-4477-B5F8-52B50D4F2205}"/>
          </ac:grpSpMkLst>
        </pc:grpChg>
        <pc:grpChg chg="add del">
          <ac:chgData name="Hwayda Hwayda Bashair (1049850)" userId="S::1049850@hr.nl::cfc65a82-fb1c-475e-92d7-ff76e90f0086" providerId="AD" clId="Web-{A82E2266-B9C6-F53E-498B-94CEEEB7841E}" dt="2025-02-15T11:47:47.230" v="12"/>
          <ac:grpSpMkLst>
            <pc:docMk/>
            <pc:sldMk cId="389105982" sldId="266"/>
            <ac:grpSpMk id="19" creationId="{6AD0D387-1584-4477-B5F8-52B50D4F2205}"/>
          </ac:grpSpMkLst>
        </pc:grpChg>
        <pc:picChg chg="add mod ord">
          <ac:chgData name="Hwayda Hwayda Bashair (1049850)" userId="S::1049850@hr.nl::cfc65a82-fb1c-475e-92d7-ff76e90f0086" providerId="AD" clId="Web-{A82E2266-B9C6-F53E-498B-94CEEEB7841E}" dt="2025-02-15T11:48:13.513" v="21"/>
          <ac:picMkLst>
            <pc:docMk/>
            <pc:sldMk cId="389105982" sldId="266"/>
            <ac:picMk id="4" creationId="{823D6380-0A4D-1E15-75BB-6AB31C17C75E}"/>
          </ac:picMkLst>
        </pc:picChg>
        <pc:picChg chg="add">
          <ac:chgData name="Hwayda Hwayda Bashair (1049850)" userId="S::1049850@hr.nl::cfc65a82-fb1c-475e-92d7-ff76e90f0086" providerId="AD" clId="Web-{A82E2266-B9C6-F53E-498B-94CEEEB7841E}" dt="2025-02-15T11:48:13.513" v="21"/>
          <ac:picMkLst>
            <pc:docMk/>
            <pc:sldMk cId="389105982" sldId="266"/>
            <ac:picMk id="7" creationId="{4E28A1A9-FB81-4816-AAEA-C3B430946951}"/>
          </ac:picMkLst>
        </pc:picChg>
        <pc:picChg chg="add">
          <ac:chgData name="Hwayda Hwayda Bashair (1049850)" userId="S::1049850@hr.nl::cfc65a82-fb1c-475e-92d7-ff76e90f0086" providerId="AD" clId="Web-{A82E2266-B9C6-F53E-498B-94CEEEB7841E}" dt="2025-02-15T11:48:13.513" v="21"/>
          <ac:picMkLst>
            <pc:docMk/>
            <pc:sldMk cId="389105982" sldId="266"/>
            <ac:picMk id="10" creationId="{AF0552B8-DE8C-40DF-B29F-1728E6A10619}"/>
          </ac:picMkLst>
        </pc:picChg>
        <pc:picChg chg="add del">
          <ac:chgData name="Hwayda Hwayda Bashair (1049850)" userId="S::1049850@hr.nl::cfc65a82-fb1c-475e-92d7-ff76e90f0086" providerId="AD" clId="Web-{A82E2266-B9C6-F53E-498B-94CEEEB7841E}" dt="2025-02-15T11:47:47.230" v="12"/>
          <ac:picMkLst>
            <pc:docMk/>
            <pc:sldMk cId="389105982" sldId="266"/>
            <ac:picMk id="13" creationId="{4E28A1A9-FB81-4816-AAEA-C3B430946951}"/>
          </ac:picMkLst>
        </pc:picChg>
        <pc:picChg chg="add del">
          <ac:chgData name="Hwayda Hwayda Bashair (1049850)" userId="S::1049850@hr.nl::cfc65a82-fb1c-475e-92d7-ff76e90f0086" providerId="AD" clId="Web-{A82E2266-B9C6-F53E-498B-94CEEEB7841E}" dt="2025-02-15T11:47:47.230" v="12"/>
          <ac:picMkLst>
            <pc:docMk/>
            <pc:sldMk cId="389105982" sldId="266"/>
            <ac:picMk id="17" creationId="{AF0552B8-DE8C-40DF-B29F-1728E6A10619}"/>
          </ac:picMkLst>
        </pc:picChg>
      </pc:sldChg>
    </pc:docChg>
  </pc:docChgLst>
  <pc:docChgLst>
    <pc:chgData name="Hidde Gerritsen (1079142)" userId="bd1019e9-fe7d-45bb-8938-4a3398eba8be" providerId="ADAL" clId="{ACB0CC0B-1314-B745-8801-DA505451F9EA}"/>
    <pc:docChg chg="custSel addSld delSld modSld">
      <pc:chgData name="Hidde Gerritsen (1079142)" userId="bd1019e9-fe7d-45bb-8938-4a3398eba8be" providerId="ADAL" clId="{ACB0CC0B-1314-B745-8801-DA505451F9EA}" dt="2025-02-14T14:48:14.570" v="627" actId="14100"/>
      <pc:docMkLst>
        <pc:docMk/>
      </pc:docMkLst>
      <pc:sldChg chg="addSp modSp mod modTransition">
        <pc:chgData name="Hidde Gerritsen (1079142)" userId="bd1019e9-fe7d-45bb-8938-4a3398eba8be" providerId="ADAL" clId="{ACB0CC0B-1314-B745-8801-DA505451F9EA}" dt="2025-02-14T14:45:22.617" v="495"/>
        <pc:sldMkLst>
          <pc:docMk/>
          <pc:sldMk cId="1690403054" sldId="256"/>
        </pc:sldMkLst>
        <pc:spChg chg="mod">
          <ac:chgData name="Hidde Gerritsen (1079142)" userId="bd1019e9-fe7d-45bb-8938-4a3398eba8be" providerId="ADAL" clId="{ACB0CC0B-1314-B745-8801-DA505451F9EA}" dt="2025-02-14T14:44:38.519" v="478" actId="1076"/>
          <ac:spMkLst>
            <pc:docMk/>
            <pc:sldMk cId="1690403054" sldId="256"/>
            <ac:spMk id="2" creationId="{BD11A180-1B4D-CB6A-5434-6D0C37552A9E}"/>
          </ac:spMkLst>
        </pc:spChg>
        <pc:spChg chg="mod">
          <ac:chgData name="Hidde Gerritsen (1079142)" userId="bd1019e9-fe7d-45bb-8938-4a3398eba8be" providerId="ADAL" clId="{ACB0CC0B-1314-B745-8801-DA505451F9EA}" dt="2025-02-14T14:44:48.888" v="482" actId="1076"/>
          <ac:spMkLst>
            <pc:docMk/>
            <pc:sldMk cId="1690403054" sldId="256"/>
            <ac:spMk id="3" creationId="{62EAAEE3-47DC-DA15-A9E4-80D9C1EA9738}"/>
          </ac:spMkLst>
        </pc:spChg>
        <pc:picChg chg="add mod">
          <ac:chgData name="Hidde Gerritsen (1079142)" userId="bd1019e9-fe7d-45bb-8938-4a3398eba8be" providerId="ADAL" clId="{ACB0CC0B-1314-B745-8801-DA505451F9EA}" dt="2025-02-14T14:44:50.835" v="483" actId="1076"/>
          <ac:picMkLst>
            <pc:docMk/>
            <pc:sldMk cId="1690403054" sldId="256"/>
            <ac:picMk id="1026" creationId="{F1B73B25-7CD4-7448-24A7-B1D44F2123AB}"/>
          </ac:picMkLst>
        </pc:picChg>
      </pc:sldChg>
      <pc:sldChg chg="addSp delSp modSp mod modTransition">
        <pc:chgData name="Hidde Gerritsen (1079142)" userId="bd1019e9-fe7d-45bb-8938-4a3398eba8be" providerId="ADAL" clId="{ACB0CC0B-1314-B745-8801-DA505451F9EA}" dt="2025-02-14T14:45:14.570" v="490"/>
        <pc:sldMkLst>
          <pc:docMk/>
          <pc:sldMk cId="3509801291" sldId="257"/>
        </pc:sldMkLst>
        <pc:spChg chg="mod">
          <ac:chgData name="Hidde Gerritsen (1079142)" userId="bd1019e9-fe7d-45bb-8938-4a3398eba8be" providerId="ADAL" clId="{ACB0CC0B-1314-B745-8801-DA505451F9EA}" dt="2025-02-14T14:44:29.701" v="476" actId="1076"/>
          <ac:spMkLst>
            <pc:docMk/>
            <pc:sldMk cId="3509801291" sldId="257"/>
            <ac:spMk id="2" creationId="{06D7C84E-7F35-2EA9-C2C3-0BA41B293F5D}"/>
          </ac:spMkLst>
        </pc:spChg>
        <pc:spChg chg="del mod">
          <ac:chgData name="Hidde Gerritsen (1079142)" userId="bd1019e9-fe7d-45bb-8938-4a3398eba8be" providerId="ADAL" clId="{ACB0CC0B-1314-B745-8801-DA505451F9EA}" dt="2025-02-14T14:28:33.034" v="65" actId="21"/>
          <ac:spMkLst>
            <pc:docMk/>
            <pc:sldMk cId="3509801291" sldId="257"/>
            <ac:spMk id="3" creationId="{FA6B5439-E33D-CE8A-0666-9A7643EE8DBA}"/>
          </ac:spMkLst>
        </pc:spChg>
        <pc:spChg chg="add del mod">
          <ac:chgData name="Hidde Gerritsen (1079142)" userId="bd1019e9-fe7d-45bb-8938-4a3398eba8be" providerId="ADAL" clId="{ACB0CC0B-1314-B745-8801-DA505451F9EA}" dt="2025-02-14T14:29:44.373" v="110"/>
          <ac:spMkLst>
            <pc:docMk/>
            <pc:sldMk cId="3509801291" sldId="257"/>
            <ac:spMk id="4" creationId="{E3AEDAE6-4CAA-D24A-BB95-F1AF9D7C995D}"/>
          </ac:spMkLst>
        </pc:spChg>
        <pc:spChg chg="add mod">
          <ac:chgData name="Hidde Gerritsen (1079142)" userId="bd1019e9-fe7d-45bb-8938-4a3398eba8be" providerId="ADAL" clId="{ACB0CC0B-1314-B745-8801-DA505451F9EA}" dt="2025-02-14T14:30:33.988" v="187" actId="20577"/>
          <ac:spMkLst>
            <pc:docMk/>
            <pc:sldMk cId="3509801291" sldId="257"/>
            <ac:spMk id="5" creationId="{EA81FA3D-6ED5-15CE-D756-3631F36097DB}"/>
          </ac:spMkLst>
        </pc:spChg>
        <pc:picChg chg="add del mod">
          <ac:chgData name="Hidde Gerritsen (1079142)" userId="bd1019e9-fe7d-45bb-8938-4a3398eba8be" providerId="ADAL" clId="{ACB0CC0B-1314-B745-8801-DA505451F9EA}" dt="2025-02-14T14:45:00.861" v="487" actId="478"/>
          <ac:picMkLst>
            <pc:docMk/>
            <pc:sldMk cId="3509801291" sldId="257"/>
            <ac:picMk id="6" creationId="{351AEDBB-89BF-32A6-FBB5-8794C80F39C0}"/>
          </ac:picMkLst>
        </pc:picChg>
        <pc:picChg chg="add mod">
          <ac:chgData name="Hidde Gerritsen (1079142)" userId="bd1019e9-fe7d-45bb-8938-4a3398eba8be" providerId="ADAL" clId="{ACB0CC0B-1314-B745-8801-DA505451F9EA}" dt="2025-02-14T14:44:57.981" v="486"/>
          <ac:picMkLst>
            <pc:docMk/>
            <pc:sldMk cId="3509801291" sldId="257"/>
            <ac:picMk id="7" creationId="{E2FE9508-A6F0-0D45-1B57-832534D04BB9}"/>
          </ac:picMkLst>
        </pc:picChg>
      </pc:sldChg>
      <pc:sldChg chg="del">
        <pc:chgData name="Hidde Gerritsen (1079142)" userId="bd1019e9-fe7d-45bb-8938-4a3398eba8be" providerId="ADAL" clId="{ACB0CC0B-1314-B745-8801-DA505451F9EA}" dt="2025-02-14T14:36:08.862" v="188" actId="2696"/>
        <pc:sldMkLst>
          <pc:docMk/>
          <pc:sldMk cId="2149049465" sldId="258"/>
        </pc:sldMkLst>
      </pc:sldChg>
      <pc:sldChg chg="del">
        <pc:chgData name="Hidde Gerritsen (1079142)" userId="bd1019e9-fe7d-45bb-8938-4a3398eba8be" providerId="ADAL" clId="{ACB0CC0B-1314-B745-8801-DA505451F9EA}" dt="2025-02-14T14:36:18.812" v="189" actId="2696"/>
        <pc:sldMkLst>
          <pc:docMk/>
          <pc:sldMk cId="4239546310" sldId="259"/>
        </pc:sldMkLst>
      </pc:sldChg>
      <pc:sldChg chg="addSp modSp modTransition">
        <pc:chgData name="Hidde Gerritsen (1079142)" userId="bd1019e9-fe7d-45bb-8938-4a3398eba8be" providerId="ADAL" clId="{ACB0CC0B-1314-B745-8801-DA505451F9EA}" dt="2025-02-14T14:45:10.606" v="489"/>
        <pc:sldMkLst>
          <pc:docMk/>
          <pc:sldMk cId="3881030924" sldId="260"/>
        </pc:sldMkLst>
        <pc:picChg chg="add mod">
          <ac:chgData name="Hidde Gerritsen (1079142)" userId="bd1019e9-fe7d-45bb-8938-4a3398eba8be" providerId="ADAL" clId="{ACB0CC0B-1314-B745-8801-DA505451F9EA}" dt="2025-02-14T14:45:06.968" v="488" actId="1076"/>
          <ac:picMkLst>
            <pc:docMk/>
            <pc:sldMk cId="3881030924" sldId="260"/>
            <ac:picMk id="4" creationId="{09EA2971-3C00-16B9-EED2-41802545C464}"/>
          </ac:picMkLst>
        </pc:picChg>
      </pc:sldChg>
      <pc:sldChg chg="addSp delSp modSp mod modTransition">
        <pc:chgData name="Hidde Gerritsen (1079142)" userId="bd1019e9-fe7d-45bb-8938-4a3398eba8be" providerId="ADAL" clId="{ACB0CC0B-1314-B745-8801-DA505451F9EA}" dt="2025-02-14T14:48:14.570" v="627" actId="14100"/>
        <pc:sldMkLst>
          <pc:docMk/>
          <pc:sldMk cId="4273982498" sldId="261"/>
        </pc:sldMkLst>
        <pc:spChg chg="mod">
          <ac:chgData name="Hidde Gerritsen (1079142)" userId="bd1019e9-fe7d-45bb-8938-4a3398eba8be" providerId="ADAL" clId="{ACB0CC0B-1314-B745-8801-DA505451F9EA}" dt="2025-02-14T14:48:14.570" v="627" actId="14100"/>
          <ac:spMkLst>
            <pc:docMk/>
            <pc:sldMk cId="4273982498" sldId="261"/>
            <ac:spMk id="3" creationId="{B270EC25-FFED-6BDD-6B52-73D0AAEAB055}"/>
          </ac:spMkLst>
        </pc:spChg>
        <pc:picChg chg="del">
          <ac:chgData name="Hidde Gerritsen (1079142)" userId="bd1019e9-fe7d-45bb-8938-4a3398eba8be" providerId="ADAL" clId="{ACB0CC0B-1314-B745-8801-DA505451F9EA}" dt="2025-02-14T14:37:31.934" v="190" actId="478"/>
          <ac:picMkLst>
            <pc:docMk/>
            <pc:sldMk cId="4273982498" sldId="261"/>
            <ac:picMk id="4" creationId="{F9A1A248-D5AC-80B2-6409-D8244361899E}"/>
          </ac:picMkLst>
        </pc:picChg>
        <pc:picChg chg="add mod">
          <ac:chgData name="Hidde Gerritsen (1079142)" userId="bd1019e9-fe7d-45bb-8938-4a3398eba8be" providerId="ADAL" clId="{ACB0CC0B-1314-B745-8801-DA505451F9EA}" dt="2025-02-14T14:44:17.874" v="473"/>
          <ac:picMkLst>
            <pc:docMk/>
            <pc:sldMk cId="4273982498" sldId="261"/>
            <ac:picMk id="5" creationId="{7E845545-571F-60A2-F605-9AA7CD2D30EF}"/>
          </ac:picMkLst>
        </pc:picChg>
      </pc:sldChg>
      <pc:sldChg chg="modSp del mod">
        <pc:chgData name="Hidde Gerritsen (1079142)" userId="bd1019e9-fe7d-45bb-8938-4a3398eba8be" providerId="ADAL" clId="{ACB0CC0B-1314-B745-8801-DA505451F9EA}" dt="2025-02-14T14:40:45.984" v="207" actId="2696"/>
        <pc:sldMkLst>
          <pc:docMk/>
          <pc:sldMk cId="1125819257" sldId="262"/>
        </pc:sldMkLst>
        <pc:spChg chg="mod">
          <ac:chgData name="Hidde Gerritsen (1079142)" userId="bd1019e9-fe7d-45bb-8938-4a3398eba8be" providerId="ADAL" clId="{ACB0CC0B-1314-B745-8801-DA505451F9EA}" dt="2025-02-14T14:40:31.321" v="205" actId="20577"/>
          <ac:spMkLst>
            <pc:docMk/>
            <pc:sldMk cId="1125819257" sldId="262"/>
            <ac:spMk id="3" creationId="{63D4C730-1407-42EB-E4F7-197F38803046}"/>
          </ac:spMkLst>
        </pc:spChg>
      </pc:sldChg>
      <pc:sldChg chg="add">
        <pc:chgData name="Hidde Gerritsen (1079142)" userId="bd1019e9-fe7d-45bb-8938-4a3398eba8be" providerId="ADAL" clId="{ACB0CC0B-1314-B745-8801-DA505451F9EA}" dt="2025-02-14T14:40:41.031" v="206" actId="2890"/>
        <pc:sldMkLst>
          <pc:docMk/>
          <pc:sldMk cId="1448387869" sldId="263"/>
        </pc:sldMkLst>
      </pc:sldChg>
      <pc:sldChg chg="addSp modSp modTransition">
        <pc:chgData name="Hidde Gerritsen (1079142)" userId="bd1019e9-fe7d-45bb-8938-4a3398eba8be" providerId="ADAL" clId="{ACB0CC0B-1314-B745-8801-DA505451F9EA}" dt="2025-02-14T14:45:15.883" v="491"/>
        <pc:sldMkLst>
          <pc:docMk/>
          <pc:sldMk cId="1680564021" sldId="263"/>
        </pc:sldMkLst>
        <pc:picChg chg="add mod">
          <ac:chgData name="Hidde Gerritsen (1079142)" userId="bd1019e9-fe7d-45bb-8938-4a3398eba8be" providerId="ADAL" clId="{ACB0CC0B-1314-B745-8801-DA505451F9EA}" dt="2025-02-14T14:44:16.878" v="472"/>
          <ac:picMkLst>
            <pc:docMk/>
            <pc:sldMk cId="1680564021" sldId="263"/>
            <ac:picMk id="4" creationId="{72983519-D5BA-A41D-B875-4BE93F544623}"/>
          </ac:picMkLst>
        </pc:picChg>
      </pc:sldChg>
      <pc:sldChg chg="addSp modSp mod modTransition">
        <pc:chgData name="Hidde Gerritsen (1079142)" userId="bd1019e9-fe7d-45bb-8938-4a3398eba8be" providerId="ADAL" clId="{ACB0CC0B-1314-B745-8801-DA505451F9EA}" dt="2025-02-14T14:47:09.933" v="496" actId="20577"/>
        <pc:sldMkLst>
          <pc:docMk/>
          <pc:sldMk cId="1448387869" sldId="264"/>
        </pc:sldMkLst>
        <pc:spChg chg="mod">
          <ac:chgData name="Hidde Gerritsen (1079142)" userId="bd1019e9-fe7d-45bb-8938-4a3398eba8be" providerId="ADAL" clId="{ACB0CC0B-1314-B745-8801-DA505451F9EA}" dt="2025-02-14T14:47:09.933" v="496" actId="20577"/>
          <ac:spMkLst>
            <pc:docMk/>
            <pc:sldMk cId="1448387869" sldId="264"/>
            <ac:spMk id="3" creationId="{75611EA5-C74C-EEF9-5368-E957897DD1D6}"/>
          </ac:spMkLst>
        </pc:spChg>
        <pc:picChg chg="add mod">
          <ac:chgData name="Hidde Gerritsen (1079142)" userId="bd1019e9-fe7d-45bb-8938-4a3398eba8be" providerId="ADAL" clId="{ACB0CC0B-1314-B745-8801-DA505451F9EA}" dt="2025-02-14T14:44:18.926" v="474"/>
          <ac:picMkLst>
            <pc:docMk/>
            <pc:sldMk cId="1448387869" sldId="264"/>
            <ac:picMk id="4" creationId="{EB118A02-1278-A704-599C-314C49CAEB5F}"/>
          </ac:picMkLst>
        </pc:picChg>
      </pc:sldChg>
      <pc:sldChg chg="addSp modSp modTransition">
        <pc:chgData name="Hidde Gerritsen (1079142)" userId="bd1019e9-fe7d-45bb-8938-4a3398eba8be" providerId="ADAL" clId="{ACB0CC0B-1314-B745-8801-DA505451F9EA}" dt="2025-02-14T14:45:21.269" v="494"/>
        <pc:sldMkLst>
          <pc:docMk/>
          <pc:sldMk cId="630579946" sldId="265"/>
        </pc:sldMkLst>
        <pc:picChg chg="add mod">
          <ac:chgData name="Hidde Gerritsen (1079142)" userId="bd1019e9-fe7d-45bb-8938-4a3398eba8be" providerId="ADAL" clId="{ACB0CC0B-1314-B745-8801-DA505451F9EA}" dt="2025-02-14T14:44:22.312" v="475"/>
          <ac:picMkLst>
            <pc:docMk/>
            <pc:sldMk cId="630579946" sldId="265"/>
            <ac:picMk id="4" creationId="{0A2F27C7-6A69-68FC-6F8A-2F95303392E3}"/>
          </ac:picMkLst>
        </pc:picChg>
      </pc:sldChg>
    </pc:docChg>
  </pc:docChgLst>
  <pc:docChgLst>
    <pc:chgData name="Olaf Goudriaan Goudriaan (1071349)" userId="S::1071349@hr.nl::08bef46a-b76c-446b-b720-48726ea9290f" providerId="AD" clId="Web-{322708E1-3D27-8AC9-FB43-489219073033}"/>
    <pc:docChg chg="modSld">
      <pc:chgData name="Olaf Goudriaan Goudriaan (1071349)" userId="S::1071349@hr.nl::08bef46a-b76c-446b-b720-48726ea9290f" providerId="AD" clId="Web-{322708E1-3D27-8AC9-FB43-489219073033}" dt="2025-02-14T14:32:03.652" v="3"/>
      <pc:docMkLst>
        <pc:docMk/>
      </pc:docMkLst>
      <pc:sldChg chg="mod modShow">
        <pc:chgData name="Olaf Goudriaan Goudriaan (1071349)" userId="S::1071349@hr.nl::08bef46a-b76c-446b-b720-48726ea9290f" providerId="AD" clId="Web-{322708E1-3D27-8AC9-FB43-489219073033}" dt="2025-02-14T14:31:59.964" v="2"/>
        <pc:sldMkLst>
          <pc:docMk/>
          <pc:sldMk cId="1690403054" sldId="256"/>
        </pc:sldMkLst>
      </pc:sldChg>
      <pc:sldChg chg="mod modShow">
        <pc:chgData name="Olaf Goudriaan Goudriaan (1071349)" userId="S::1071349@hr.nl::08bef46a-b76c-446b-b720-48726ea9290f" providerId="AD" clId="Web-{322708E1-3D27-8AC9-FB43-489219073033}" dt="2025-02-14T14:32:03.652" v="3"/>
        <pc:sldMkLst>
          <pc:docMk/>
          <pc:sldMk cId="1125819257" sldId="262"/>
        </pc:sldMkLst>
      </pc:sldChg>
    </pc:docChg>
  </pc:docChgLst>
  <pc:docChgLst>
    <pc:chgData name="Hwayda Hwayda Bashair (1049850)" userId="S::1049850@hr.nl::cfc65a82-fb1c-475e-92d7-ff76e90f0086" providerId="AD" clId="Web-{4DAB1484-7139-FB29-FADB-071B91622856}"/>
    <pc:docChg chg="modSld">
      <pc:chgData name="Hwayda Hwayda Bashair (1049850)" userId="S::1049850@hr.nl::cfc65a82-fb1c-475e-92d7-ff76e90f0086" providerId="AD" clId="Web-{4DAB1484-7139-FB29-FADB-071B91622856}" dt="2025-02-15T16:18:41.012" v="11"/>
      <pc:docMkLst>
        <pc:docMk/>
      </pc:docMkLst>
      <pc:sldChg chg="addSp delSp modSp">
        <pc:chgData name="Hwayda Hwayda Bashair (1049850)" userId="S::1049850@hr.nl::cfc65a82-fb1c-475e-92d7-ff76e90f0086" providerId="AD" clId="Web-{4DAB1484-7139-FB29-FADB-071B91622856}" dt="2025-02-15T16:18:41.012" v="11"/>
        <pc:sldMkLst>
          <pc:docMk/>
          <pc:sldMk cId="389105982" sldId="266"/>
        </pc:sldMkLst>
        <pc:spChg chg="del">
          <ac:chgData name="Hwayda Hwayda Bashair (1049850)" userId="S::1049850@hr.nl::cfc65a82-fb1c-475e-92d7-ff76e90f0086" providerId="AD" clId="Web-{4DAB1484-7139-FB29-FADB-071B91622856}" dt="2025-02-15T16:18:21.588" v="5"/>
          <ac:spMkLst>
            <pc:docMk/>
            <pc:sldMk cId="389105982" sldId="266"/>
            <ac:spMk id="6" creationId="{6697F791-5FFA-4164-899F-EB52EA72B024}"/>
          </ac:spMkLst>
        </pc:spChg>
        <pc:spChg chg="del">
          <ac:chgData name="Hwayda Hwayda Bashair (1049850)" userId="S::1049850@hr.nl::cfc65a82-fb1c-475e-92d7-ff76e90f0086" providerId="AD" clId="Web-{4DAB1484-7139-FB29-FADB-071B91622856}" dt="2025-02-15T16:18:21.588" v="5"/>
          <ac:spMkLst>
            <pc:docMk/>
            <pc:sldMk cId="389105982" sldId="266"/>
            <ac:spMk id="9" creationId="{B773AB25-A422-41AA-9737-5E04C1966DE1}"/>
          </ac:spMkLst>
        </pc:spChg>
        <pc:spChg chg="del">
          <ac:chgData name="Hwayda Hwayda Bashair (1049850)" userId="S::1049850@hr.nl::cfc65a82-fb1c-475e-92d7-ff76e90f0086" providerId="AD" clId="Web-{4DAB1484-7139-FB29-FADB-071B91622856}" dt="2025-02-15T16:18:09.853" v="1"/>
          <ac:spMkLst>
            <pc:docMk/>
            <pc:sldMk cId="389105982" sldId="266"/>
            <ac:spMk id="12" creationId="{4B259267-6DC8-79D1-6923-4B9043954776}"/>
          </ac:spMkLst>
        </pc:spChg>
        <pc:spChg chg="add">
          <ac:chgData name="Hwayda Hwayda Bashair (1049850)" userId="S::1049850@hr.nl::cfc65a82-fb1c-475e-92d7-ff76e90f0086" providerId="AD" clId="Web-{4DAB1484-7139-FB29-FADB-071B91622856}" dt="2025-02-15T16:18:21.588" v="5"/>
          <ac:spMkLst>
            <pc:docMk/>
            <pc:sldMk cId="389105982" sldId="266"/>
            <ac:spMk id="50" creationId="{208AB5C2-6DBB-9B72-800B-266B0181BF94}"/>
          </ac:spMkLst>
        </pc:spChg>
        <pc:spChg chg="add del">
          <ac:chgData name="Hwayda Hwayda Bashair (1049850)" userId="S::1049850@hr.nl::cfc65a82-fb1c-475e-92d7-ff76e90f0086" providerId="AD" clId="Web-{4DAB1484-7139-FB29-FADB-071B91622856}" dt="2025-02-15T16:18:41.012" v="11"/>
          <ac:spMkLst>
            <pc:docMk/>
            <pc:sldMk cId="389105982" sldId="266"/>
            <ac:spMk id="53" creationId="{6697F791-5FFA-4164-899F-EB52EA72B024}"/>
          </ac:spMkLst>
        </pc:spChg>
        <pc:spChg chg="add del">
          <ac:chgData name="Hwayda Hwayda Bashair (1049850)" userId="S::1049850@hr.nl::cfc65a82-fb1c-475e-92d7-ff76e90f0086" providerId="AD" clId="Web-{4DAB1484-7139-FB29-FADB-071B91622856}" dt="2025-02-15T16:18:41.012" v="11"/>
          <ac:spMkLst>
            <pc:docMk/>
            <pc:sldMk cId="389105982" sldId="266"/>
            <ac:spMk id="57" creationId="{B773AB25-A422-41AA-9737-5E04C1966DE1}"/>
          </ac:spMkLst>
        </pc:spChg>
        <pc:spChg chg="add">
          <ac:chgData name="Hwayda Hwayda Bashair (1049850)" userId="S::1049850@hr.nl::cfc65a82-fb1c-475e-92d7-ff76e90f0086" providerId="AD" clId="Web-{4DAB1484-7139-FB29-FADB-071B91622856}" dt="2025-02-15T16:18:41.012" v="11"/>
          <ac:spMkLst>
            <pc:docMk/>
            <pc:sldMk cId="389105982" sldId="266"/>
            <ac:spMk id="93" creationId="{6697F791-5FFA-4164-899F-EB52EA72B024}"/>
          </ac:spMkLst>
        </pc:spChg>
        <pc:spChg chg="add">
          <ac:chgData name="Hwayda Hwayda Bashair (1049850)" userId="S::1049850@hr.nl::cfc65a82-fb1c-475e-92d7-ff76e90f0086" providerId="AD" clId="Web-{4DAB1484-7139-FB29-FADB-071B91622856}" dt="2025-02-15T16:18:41.012" v="11"/>
          <ac:spMkLst>
            <pc:docMk/>
            <pc:sldMk cId="389105982" sldId="266"/>
            <ac:spMk id="97" creationId="{B773AB25-A422-41AA-9737-5E04C1966DE1}"/>
          </ac:spMkLst>
        </pc:spChg>
        <pc:grpChg chg="add">
          <ac:chgData name="Hwayda Hwayda Bashair (1049850)" userId="S::1049850@hr.nl::cfc65a82-fb1c-475e-92d7-ff76e90f0086" providerId="AD" clId="Web-{4DAB1484-7139-FB29-FADB-071B91622856}" dt="2025-02-15T16:18:41.012" v="11"/>
          <ac:grpSpMkLst>
            <pc:docMk/>
            <pc:sldMk cId="389105982" sldId="266"/>
            <ac:grpSpMk id="101" creationId="{6AD0D387-1584-4477-B5F8-52B50D4F2205}"/>
          </ac:grpSpMkLst>
        </pc:grpChg>
        <pc:picChg chg="add mod ord">
          <ac:chgData name="Hwayda Hwayda Bashair (1049850)" userId="S::1049850@hr.nl::cfc65a82-fb1c-475e-92d7-ff76e90f0086" providerId="AD" clId="Web-{4DAB1484-7139-FB29-FADB-071B91622856}" dt="2025-02-15T16:18:41.012" v="11"/>
          <ac:picMkLst>
            <pc:docMk/>
            <pc:sldMk cId="389105982" sldId="266"/>
            <ac:picMk id="3" creationId="{534363EE-3733-04E1-F04A-AFA47A21D383}"/>
          </ac:picMkLst>
        </pc:picChg>
        <pc:picChg chg="del">
          <ac:chgData name="Hwayda Hwayda Bashair (1049850)" userId="S::1049850@hr.nl::cfc65a82-fb1c-475e-92d7-ff76e90f0086" providerId="AD" clId="Web-{4DAB1484-7139-FB29-FADB-071B91622856}" dt="2025-02-15T16:18:08.337" v="0"/>
          <ac:picMkLst>
            <pc:docMk/>
            <pc:sldMk cId="389105982" sldId="266"/>
            <ac:picMk id="4" creationId="{823D6380-0A4D-1E15-75BB-6AB31C17C75E}"/>
          </ac:picMkLst>
        </pc:picChg>
        <pc:picChg chg="del">
          <ac:chgData name="Hwayda Hwayda Bashair (1049850)" userId="S::1049850@hr.nl::cfc65a82-fb1c-475e-92d7-ff76e90f0086" providerId="AD" clId="Web-{4DAB1484-7139-FB29-FADB-071B91622856}" dt="2025-02-15T16:18:21.588" v="5"/>
          <ac:picMkLst>
            <pc:docMk/>
            <pc:sldMk cId="389105982" sldId="266"/>
            <ac:picMk id="7" creationId="{4E28A1A9-FB81-4816-AAEA-C3B430946951}"/>
          </ac:picMkLst>
        </pc:picChg>
        <pc:picChg chg="del">
          <ac:chgData name="Hwayda Hwayda Bashair (1049850)" userId="S::1049850@hr.nl::cfc65a82-fb1c-475e-92d7-ff76e90f0086" providerId="AD" clId="Web-{4DAB1484-7139-FB29-FADB-071B91622856}" dt="2025-02-15T16:18:21.588" v="5"/>
          <ac:picMkLst>
            <pc:docMk/>
            <pc:sldMk cId="389105982" sldId="266"/>
            <ac:picMk id="10" creationId="{AF0552B8-DE8C-40DF-B29F-1728E6A10619}"/>
          </ac:picMkLst>
        </pc:picChg>
        <pc:picChg chg="add del">
          <ac:chgData name="Hwayda Hwayda Bashair (1049850)" userId="S::1049850@hr.nl::cfc65a82-fb1c-475e-92d7-ff76e90f0086" providerId="AD" clId="Web-{4DAB1484-7139-FB29-FADB-071B91622856}" dt="2025-02-15T16:18:41.012" v="11"/>
          <ac:picMkLst>
            <pc:docMk/>
            <pc:sldMk cId="389105982" sldId="266"/>
            <ac:picMk id="55" creationId="{4E28A1A9-FB81-4816-AAEA-C3B430946951}"/>
          </ac:picMkLst>
        </pc:picChg>
        <pc:picChg chg="add del">
          <ac:chgData name="Hwayda Hwayda Bashair (1049850)" userId="S::1049850@hr.nl::cfc65a82-fb1c-475e-92d7-ff76e90f0086" providerId="AD" clId="Web-{4DAB1484-7139-FB29-FADB-071B91622856}" dt="2025-02-15T16:18:41.012" v="11"/>
          <ac:picMkLst>
            <pc:docMk/>
            <pc:sldMk cId="389105982" sldId="266"/>
            <ac:picMk id="59" creationId="{AF0552B8-DE8C-40DF-B29F-1728E6A10619}"/>
          </ac:picMkLst>
        </pc:picChg>
        <pc:picChg chg="add">
          <ac:chgData name="Hwayda Hwayda Bashair (1049850)" userId="S::1049850@hr.nl::cfc65a82-fb1c-475e-92d7-ff76e90f0086" providerId="AD" clId="Web-{4DAB1484-7139-FB29-FADB-071B91622856}" dt="2025-02-15T16:18:41.012" v="11"/>
          <ac:picMkLst>
            <pc:docMk/>
            <pc:sldMk cId="389105982" sldId="266"/>
            <ac:picMk id="95" creationId="{4E28A1A9-FB81-4816-AAEA-C3B430946951}"/>
          </ac:picMkLst>
        </pc:picChg>
        <pc:picChg chg="add">
          <ac:chgData name="Hwayda Hwayda Bashair (1049850)" userId="S::1049850@hr.nl::cfc65a82-fb1c-475e-92d7-ff76e90f0086" providerId="AD" clId="Web-{4DAB1484-7139-FB29-FADB-071B91622856}" dt="2025-02-15T16:18:41.012" v="11"/>
          <ac:picMkLst>
            <pc:docMk/>
            <pc:sldMk cId="389105982" sldId="266"/>
            <ac:picMk id="99" creationId="{AF0552B8-DE8C-40DF-B29F-1728E6A10619}"/>
          </ac:picMkLst>
        </pc:picChg>
      </pc:sldChg>
    </pc:docChg>
  </pc:docChgLst>
  <pc:docChgLst>
    <pc:chgData name="Mees van der Waal (1052159)" userId="f47bb1cd-9a7d-4d84-91da-2dc9c3e5f91c" providerId="ADAL" clId="{70E3D652-36E9-4FE0-8954-1C05999B9F05}"/>
    <pc:docChg chg="custSel modSld">
      <pc:chgData name="Mees van der Waal (1052159)" userId="f47bb1cd-9a7d-4d84-91da-2dc9c3e5f91c" providerId="ADAL" clId="{70E3D652-36E9-4FE0-8954-1C05999B9F05}" dt="2025-02-17T08:54:22.878" v="64" actId="20577"/>
      <pc:docMkLst>
        <pc:docMk/>
      </pc:docMkLst>
      <pc:sldChg chg="modSp mod">
        <pc:chgData name="Mees van der Waal (1052159)" userId="f47bb1cd-9a7d-4d84-91da-2dc9c3e5f91c" providerId="ADAL" clId="{70E3D652-36E9-4FE0-8954-1C05999B9F05}" dt="2025-02-17T08:54:22.878" v="64" actId="20577"/>
        <pc:sldMkLst>
          <pc:docMk/>
          <pc:sldMk cId="4273982498" sldId="261"/>
        </pc:sldMkLst>
        <pc:spChg chg="mod">
          <ac:chgData name="Mees van der Waal (1052159)" userId="f47bb1cd-9a7d-4d84-91da-2dc9c3e5f91c" providerId="ADAL" clId="{70E3D652-36E9-4FE0-8954-1C05999B9F05}" dt="2025-02-17T08:54:22.878" v="64" actId="20577"/>
          <ac:spMkLst>
            <pc:docMk/>
            <pc:sldMk cId="4273982498" sldId="261"/>
            <ac:spMk id="3" creationId="{B270EC25-FFED-6BDD-6B52-73D0AAEAB055}"/>
          </ac:spMkLst>
        </pc:spChg>
      </pc:sldChg>
    </pc:docChg>
  </pc:docChgLst>
  <pc:docChgLst>
    <pc:chgData name="Mees van der Waal (1052159)" userId="S::1052159@hr.nl::f47bb1cd-9a7d-4d84-91da-2dc9c3e5f91c" providerId="AD" clId="Web-{1115F052-6E3E-806C-DAF4-DD1A4338EB32}"/>
    <pc:docChg chg="addSld modSld">
      <pc:chgData name="Mees van der Waal (1052159)" userId="S::1052159@hr.nl::f47bb1cd-9a7d-4d84-91da-2dc9c3e5f91c" providerId="AD" clId="Web-{1115F052-6E3E-806C-DAF4-DD1A4338EB32}" dt="2025-02-14T14:37:01.986" v="111" actId="20577"/>
      <pc:docMkLst>
        <pc:docMk/>
      </pc:docMkLst>
      <pc:sldChg chg="addSp modSp new mod setBg">
        <pc:chgData name="Mees van der Waal (1052159)" userId="S::1052159@hr.nl::f47bb1cd-9a7d-4d84-91da-2dc9c3e5f91c" providerId="AD" clId="Web-{1115F052-6E3E-806C-DAF4-DD1A4338EB32}" dt="2025-02-14T14:37:01.986" v="111" actId="20577"/>
        <pc:sldMkLst>
          <pc:docMk/>
          <pc:sldMk cId="4273982498" sldId="261"/>
        </pc:sldMkLst>
        <pc:spChg chg="mod">
          <ac:chgData name="Mees van der Waal (1052159)" userId="S::1052159@hr.nl::f47bb1cd-9a7d-4d84-91da-2dc9c3e5f91c" providerId="AD" clId="Web-{1115F052-6E3E-806C-DAF4-DD1A4338EB32}" dt="2025-02-14T14:34:24.918" v="93"/>
          <ac:spMkLst>
            <pc:docMk/>
            <pc:sldMk cId="4273982498" sldId="261"/>
            <ac:spMk id="2" creationId="{71973351-177D-179A-42F4-D9B163CE94E0}"/>
          </ac:spMkLst>
        </pc:spChg>
        <pc:spChg chg="mod">
          <ac:chgData name="Mees van der Waal (1052159)" userId="S::1052159@hr.nl::f47bb1cd-9a7d-4d84-91da-2dc9c3e5f91c" providerId="AD" clId="Web-{1115F052-6E3E-806C-DAF4-DD1A4338EB32}" dt="2025-02-14T14:37:01.986" v="111" actId="20577"/>
          <ac:spMkLst>
            <pc:docMk/>
            <pc:sldMk cId="4273982498" sldId="261"/>
            <ac:spMk id="3" creationId="{B270EC25-FFED-6BDD-6B52-73D0AAEAB055}"/>
          </ac:spMkLst>
        </pc:spChg>
        <pc:spChg chg="add">
          <ac:chgData name="Mees van der Waal (1052159)" userId="S::1052159@hr.nl::f47bb1cd-9a7d-4d84-91da-2dc9c3e5f91c" providerId="AD" clId="Web-{1115F052-6E3E-806C-DAF4-DD1A4338EB32}" dt="2025-02-14T14:34:24.918" v="93"/>
          <ac:spMkLst>
            <pc:docMk/>
            <pc:sldMk cId="4273982498" sldId="261"/>
            <ac:spMk id="9" creationId="{C2E4E997-8672-4FFD-B8EC-9932A8E4714B}"/>
          </ac:spMkLst>
        </pc:spChg>
        <pc:grpChg chg="add">
          <ac:chgData name="Mees van der Waal (1052159)" userId="S::1052159@hr.nl::f47bb1cd-9a7d-4d84-91da-2dc9c3e5f91c" providerId="AD" clId="Web-{1115F052-6E3E-806C-DAF4-DD1A4338EB32}" dt="2025-02-14T14:34:24.918" v="93"/>
          <ac:grpSpMkLst>
            <pc:docMk/>
            <pc:sldMk cId="4273982498" sldId="261"/>
            <ac:grpSpMk id="13" creationId="{453E4DEE-E996-40F8-8635-0FF43D7348F9}"/>
          </ac:grpSpMkLst>
        </pc:grpChg>
        <pc:picChg chg="add mod">
          <ac:chgData name="Mees van der Waal (1052159)" userId="S::1052159@hr.nl::f47bb1cd-9a7d-4d84-91da-2dc9c3e5f91c" providerId="AD" clId="Web-{1115F052-6E3E-806C-DAF4-DD1A4338EB32}" dt="2025-02-14T14:34:24.918" v="93"/>
          <ac:picMkLst>
            <pc:docMk/>
            <pc:sldMk cId="4273982498" sldId="261"/>
            <ac:picMk id="4" creationId="{F9A1A248-D5AC-80B2-6409-D8244361899E}"/>
          </ac:picMkLst>
        </pc:picChg>
        <pc:picChg chg="add">
          <ac:chgData name="Mees van der Waal (1052159)" userId="S::1052159@hr.nl::f47bb1cd-9a7d-4d84-91da-2dc9c3e5f91c" providerId="AD" clId="Web-{1115F052-6E3E-806C-DAF4-DD1A4338EB32}" dt="2025-02-14T14:34:24.918" v="93"/>
          <ac:picMkLst>
            <pc:docMk/>
            <pc:sldMk cId="4273982498" sldId="261"/>
            <ac:picMk id="11" creationId="{FE6BA9E6-1D9E-4D30-B528-D49FA1342E4E}"/>
          </ac:picMkLst>
        </pc:picChg>
      </pc:sldChg>
    </pc:docChg>
  </pc:docChgLst>
  <pc:docChgLst>
    <pc:chgData name="Mees van der Waal (1052159)" userId="S::1052159@hr.nl::f47bb1cd-9a7d-4d84-91da-2dc9c3e5f91c" providerId="AD" clId="Web-{C12A1CF8-AC2A-CBAC-FEBA-38712E87032C}"/>
    <pc:docChg chg="modSld">
      <pc:chgData name="Mees van der Waal (1052159)" userId="S::1052159@hr.nl::f47bb1cd-9a7d-4d84-91da-2dc9c3e5f91c" providerId="AD" clId="Web-{C12A1CF8-AC2A-CBAC-FEBA-38712E87032C}" dt="2025-02-17T08:39:39.573" v="5"/>
      <pc:docMkLst>
        <pc:docMk/>
      </pc:docMkLst>
      <pc:sldChg chg="modSp">
        <pc:chgData name="Mees van der Waal (1052159)" userId="S::1052159@hr.nl::f47bb1cd-9a7d-4d84-91da-2dc9c3e5f91c" providerId="AD" clId="Web-{C12A1CF8-AC2A-CBAC-FEBA-38712E87032C}" dt="2025-02-17T08:36:51.726" v="4" actId="20577"/>
        <pc:sldMkLst>
          <pc:docMk/>
          <pc:sldMk cId="1680564021" sldId="263"/>
        </pc:sldMkLst>
        <pc:spChg chg="mod">
          <ac:chgData name="Mees van der Waal (1052159)" userId="S::1052159@hr.nl::f47bb1cd-9a7d-4d84-91da-2dc9c3e5f91c" providerId="AD" clId="Web-{C12A1CF8-AC2A-CBAC-FEBA-38712E87032C}" dt="2025-02-17T08:36:51.726" v="4" actId="20577"/>
          <ac:spMkLst>
            <pc:docMk/>
            <pc:sldMk cId="1680564021" sldId="263"/>
            <ac:spMk id="3" creationId="{0DE55BAE-D214-B519-36F2-48D3F52739D3}"/>
          </ac:spMkLst>
        </pc:spChg>
      </pc:sldChg>
      <pc:sldChg chg="modTransition">
        <pc:chgData name="Mees van der Waal (1052159)" userId="S::1052159@hr.nl::f47bb1cd-9a7d-4d84-91da-2dc9c3e5f91c" providerId="AD" clId="Web-{C12A1CF8-AC2A-CBAC-FEBA-38712E87032C}" dt="2025-02-17T08:39:39.573" v="5"/>
        <pc:sldMkLst>
          <pc:docMk/>
          <pc:sldMk cId="389105982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sche 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eraat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amkaart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Afbeelding-ko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nl-NL"/>
              <a:t>Klik op het pictogram als u een afbeelding wilt toevoegen</a:t>
            </a:r>
            <a:endParaRPr lang="en-US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11A180-1B4D-CB6A-5434-6D0C37552A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19" y="1268446"/>
            <a:ext cx="8791575" cy="1455252"/>
          </a:xfrm>
        </p:spPr>
        <p:txBody>
          <a:bodyPr/>
          <a:lstStyle/>
          <a:p>
            <a:pPr algn="ctr"/>
            <a:r>
              <a:rPr lang="nl-NL"/>
              <a:t>Autonoom manoeuvreren in de haven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62EAAEE3-47DC-DA15-A9E4-80D9C1EA97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7288" y="4134303"/>
            <a:ext cx="9969833" cy="1655762"/>
          </a:xfrm>
        </p:spPr>
        <p:txBody>
          <a:bodyPr/>
          <a:lstStyle/>
          <a:p>
            <a:pPr algn="ctr"/>
            <a:r>
              <a:rPr lang="nl-NL">
                <a:cs typeface="Al Nile" pitchFamily="2" charset="-78"/>
              </a:rPr>
              <a:t>door: </a:t>
            </a:r>
            <a:r>
              <a:rPr lang="nl-NL" err="1">
                <a:cs typeface="Al Nile" pitchFamily="2" charset="-78"/>
              </a:rPr>
              <a:t>Hwayda</a:t>
            </a:r>
            <a:r>
              <a:rPr lang="nl-NL">
                <a:cs typeface="Al Nile" pitchFamily="2" charset="-78"/>
              </a:rPr>
              <a:t> </a:t>
            </a:r>
            <a:r>
              <a:rPr lang="nl-NL" err="1">
                <a:cs typeface="Al Nile" pitchFamily="2" charset="-78"/>
              </a:rPr>
              <a:t>Bashair</a:t>
            </a:r>
            <a:r>
              <a:rPr lang="nl-NL">
                <a:cs typeface="Al Nile" pitchFamily="2" charset="-78"/>
              </a:rPr>
              <a:t>, Mees van der waal, Olaf </a:t>
            </a:r>
            <a:r>
              <a:rPr lang="nl-NL" err="1">
                <a:cs typeface="Al Nile" pitchFamily="2" charset="-78"/>
              </a:rPr>
              <a:t>goudriaan</a:t>
            </a:r>
            <a:r>
              <a:rPr lang="nl-NL">
                <a:cs typeface="Al Nile" pitchFamily="2" charset="-78"/>
              </a:rPr>
              <a:t> &amp; Hidde Gerritsen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1B73B25-7CD4-7448-24A7-B1D44F2123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321" y="3012216"/>
            <a:ext cx="4669766" cy="898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04030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9F1E1-4171-8052-3E40-2C23D81BB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inleiding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FE4F0-96B8-8664-8AA0-F016386C1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/>
              <a:t>Opdrachtgever</a:t>
            </a:r>
            <a:r>
              <a:rPr lang="en-US"/>
              <a:t> </a:t>
            </a:r>
          </a:p>
          <a:p>
            <a:r>
              <a:rPr lang="en-US"/>
              <a:t>Sprint review</a:t>
            </a:r>
          </a:p>
          <a:p>
            <a:r>
              <a:rPr lang="en-US" err="1"/>
              <a:t>Volgende</a:t>
            </a:r>
            <a:r>
              <a:rPr lang="en-US"/>
              <a:t> sprint</a:t>
            </a:r>
          </a:p>
          <a:p>
            <a:r>
              <a:rPr lang="en-US"/>
              <a:t>Feedback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vragen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9EA2971-3C00-16B9-EED2-41802545C4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2234" y="93280"/>
            <a:ext cx="4669766" cy="898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10309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E13AD-415B-04F8-0926-A08890C6C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D7C84E-7F35-2EA9-C2C3-0BA41B293F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0212" y="1197531"/>
            <a:ext cx="8791575" cy="829542"/>
          </a:xfrm>
        </p:spPr>
        <p:txBody>
          <a:bodyPr/>
          <a:lstStyle/>
          <a:p>
            <a:pPr algn="ctr"/>
            <a:r>
              <a:rPr lang="nl-NL"/>
              <a:t>Opdrachtgever</a:t>
            </a: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EA81FA3D-6ED5-15CE-D756-3631F36097DB}"/>
              </a:ext>
            </a:extLst>
          </p:cNvPr>
          <p:cNvSpPr txBox="1"/>
          <p:nvPr/>
        </p:nvSpPr>
        <p:spPr>
          <a:xfrm>
            <a:off x="2388359" y="2762402"/>
            <a:ext cx="739708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2800"/>
              <a:t>Opdrachtgever: Geert </a:t>
            </a:r>
            <a:r>
              <a:rPr lang="nl-NL" sz="2800" err="1"/>
              <a:t>Mosterdijk</a:t>
            </a:r>
            <a:endParaRPr lang="nl-NL" sz="2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2800"/>
              <a:t>Sens2Sea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2800"/>
              <a:t>RDM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sz="2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sz="240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351AEDBB-89BF-32A6-FBB5-8794C80F39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2234" y="0"/>
            <a:ext cx="4669766" cy="898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98012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79AB9-813C-6030-D9E1-5024B46C3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Sprint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55BAE-D214-B519-36F2-48D3F5273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/>
          </a:p>
          <a:p>
            <a:pPr marL="342900" indent="-342900"/>
            <a:r>
              <a:rPr lang="en-US"/>
              <a:t>RDM </a:t>
            </a:r>
            <a:r>
              <a:rPr lang="en-US" err="1"/>
              <a:t>rondleiding</a:t>
            </a:r>
            <a:endParaRPr lang="en-US"/>
          </a:p>
          <a:p>
            <a:r>
              <a:rPr lang="en-US"/>
              <a:t> </a:t>
            </a:r>
            <a:r>
              <a:rPr lang="en-US" err="1"/>
              <a:t>Kennismaking</a:t>
            </a:r>
            <a:r>
              <a:rPr lang="en-US"/>
              <a:t> met stakeholders</a:t>
            </a:r>
          </a:p>
          <a:p>
            <a:r>
              <a:rPr lang="en-US"/>
              <a:t>Vaste </a:t>
            </a:r>
            <a:r>
              <a:rPr lang="en-US" err="1"/>
              <a:t>donderdag</a:t>
            </a:r>
            <a:r>
              <a:rPr lang="en-US"/>
              <a:t> RDM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2983519-D5BA-A41D-B875-4BE93F544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2234" y="0"/>
            <a:ext cx="4669766" cy="898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05640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3" name="Rectangle 92">
            <a:extLst>
              <a:ext uri="{FF2B5EF4-FFF2-40B4-BE49-F238E27FC236}">
                <a16:creationId xmlns:a16="http://schemas.microsoft.com/office/drawing/2014/main" id="{6697F791-5FFA-4164-899F-EB52EA72B0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5" name="Picture 2">
            <a:extLst>
              <a:ext uri="{FF2B5EF4-FFF2-40B4-BE49-F238E27FC236}">
                <a16:creationId xmlns:a16="http://schemas.microsoft.com/office/drawing/2014/main" id="{4E28A1A9-FB81-4816-AAEA-C3B430946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" y="-2"/>
            <a:ext cx="4061525" cy="6858001"/>
          </a:xfrm>
          <a:prstGeom prst="rect">
            <a:avLst/>
          </a:prstGeom>
          <a:extLst>
            <a:ext uri="{909E8E84-426E-40dd-AFC4-6F175D3DCCD1}">
              <a14:hiddenFill xmlns:a16="http://schemas.microsoft.com/office/drawing/2014/main" xmlns:p14="http://schemas.microsoft.com/office/powerpoint/2010/main"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97" name="Rectangle 96">
            <a:extLst>
              <a:ext uri="{FF2B5EF4-FFF2-40B4-BE49-F238E27FC236}">
                <a16:creationId xmlns:a16="http://schemas.microsoft.com/office/drawing/2014/main" id="{B773AB25-A422-41AA-9737-5E04C1966D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53"/>
            <a:ext cx="4055621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9" name="Picture 2">
            <a:extLst>
              <a:ext uri="{FF2B5EF4-FFF2-40B4-BE49-F238E27FC236}">
                <a16:creationId xmlns:a16="http://schemas.microsoft.com/office/drawing/2014/main" id="{AF0552B8-DE8C-40DF-B29F-1728E6A10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530" y="23283"/>
            <a:ext cx="4078152" cy="6858001"/>
          </a:xfrm>
          <a:prstGeom prst="rect">
            <a:avLst/>
          </a:prstGeom>
          <a:noFill/>
          <a:extLst>
            <a:ext uri="{909E8E84-426E-40dd-AFC4-6F175D3DCCD1}">
              <a14:hiddenFill xmlns:a16="http://schemas.microsoft.com/office/drawing/2014/main" xmlns:p14="http://schemas.microsoft.com/office/powerpoint/2010/main"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5725AFC-4FC7-D5AC-4B52-2B796CCC5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266" y="618518"/>
            <a:ext cx="2851417" cy="1478570"/>
          </a:xfrm>
        </p:spPr>
        <p:txBody>
          <a:bodyPr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Stakeholder analyse</a:t>
            </a:r>
          </a:p>
        </p:txBody>
      </p:sp>
      <p:sp>
        <p:nvSpPr>
          <p:cNvPr id="50" name="Content Placeholder 49">
            <a:extLst>
              <a:ext uri="{FF2B5EF4-FFF2-40B4-BE49-F238E27FC236}">
                <a16:creationId xmlns:a16="http://schemas.microsoft.com/office/drawing/2014/main" id="{208AB5C2-6DBB-9B72-800B-266B0181B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620" y="2249487"/>
            <a:ext cx="2862444" cy="3957302"/>
          </a:xfrm>
        </p:spPr>
        <p:txBody>
          <a:bodyPr>
            <a:normAutofit/>
          </a:bodyPr>
          <a:lstStyle/>
          <a:p>
            <a:endParaRPr lang="en-US" sz="1400">
              <a:solidFill>
                <a:srgbClr val="FFFFFF"/>
              </a:solidFill>
            </a:endParaRP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6AD0D387-1584-4477-B5F8-52B50D4F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2" name="Rectangle 5">
              <a:extLst>
                <a:ext uri="{FF2B5EF4-FFF2-40B4-BE49-F238E27FC236}">
                  <a16:creationId xmlns:a16="http://schemas.microsoft.com/office/drawing/2014/main" id="{22C90122-8CF0-4164-B596-168DE41D39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03" name="Freeform 6">
              <a:extLst>
                <a:ext uri="{FF2B5EF4-FFF2-40B4-BE49-F238E27FC236}">
                  <a16:creationId xmlns:a16="http://schemas.microsoft.com/office/drawing/2014/main" id="{E74D534E-37A6-4D27-9C47-0B2F05278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04" name="Freeform 7">
              <a:extLst>
                <a:ext uri="{FF2B5EF4-FFF2-40B4-BE49-F238E27FC236}">
                  <a16:creationId xmlns:a16="http://schemas.microsoft.com/office/drawing/2014/main" id="{1C1C156E-D2E0-468A-9B19-79521D69B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05" name="Freeform 8">
              <a:extLst>
                <a:ext uri="{FF2B5EF4-FFF2-40B4-BE49-F238E27FC236}">
                  <a16:creationId xmlns:a16="http://schemas.microsoft.com/office/drawing/2014/main" id="{14C97F11-4F6C-4DFF-89BC-3AEA5B7FF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06" name="Freeform 9">
              <a:extLst>
                <a:ext uri="{FF2B5EF4-FFF2-40B4-BE49-F238E27FC236}">
                  <a16:creationId xmlns:a16="http://schemas.microsoft.com/office/drawing/2014/main" id="{773C2106-77CE-42E1-839F-925EAEBB2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07" name="Freeform 10">
              <a:extLst>
                <a:ext uri="{FF2B5EF4-FFF2-40B4-BE49-F238E27FC236}">
                  <a16:creationId xmlns:a16="http://schemas.microsoft.com/office/drawing/2014/main" id="{E2807D33-BD1F-4B09-8D93-63C06DB3C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08" name="Freeform 11">
              <a:extLst>
                <a:ext uri="{FF2B5EF4-FFF2-40B4-BE49-F238E27FC236}">
                  <a16:creationId xmlns:a16="http://schemas.microsoft.com/office/drawing/2014/main" id="{84BDF3E8-157B-47D1-AF8E-FE1EFF0612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09" name="Freeform 12">
              <a:extLst>
                <a:ext uri="{FF2B5EF4-FFF2-40B4-BE49-F238E27FC236}">
                  <a16:creationId xmlns:a16="http://schemas.microsoft.com/office/drawing/2014/main" id="{68B482B5-E0FD-406A-99B2-297DF33354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10" name="Freeform 13">
              <a:extLst>
                <a:ext uri="{FF2B5EF4-FFF2-40B4-BE49-F238E27FC236}">
                  <a16:creationId xmlns:a16="http://schemas.microsoft.com/office/drawing/2014/main" id="{B8750F30-12E8-410B-8709-78F1EF3BBE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11" name="Freeform 14">
              <a:extLst>
                <a:ext uri="{FF2B5EF4-FFF2-40B4-BE49-F238E27FC236}">
                  <a16:creationId xmlns:a16="http://schemas.microsoft.com/office/drawing/2014/main" id="{DB2D030A-4700-4CC4-A971-F119F8372C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12" name="Freeform 15">
              <a:extLst>
                <a:ext uri="{FF2B5EF4-FFF2-40B4-BE49-F238E27FC236}">
                  <a16:creationId xmlns:a16="http://schemas.microsoft.com/office/drawing/2014/main" id="{B4E516DB-F66E-4E88-8CAA-67153F5618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13" name="Line 16">
              <a:extLst>
                <a:ext uri="{FF2B5EF4-FFF2-40B4-BE49-F238E27FC236}">
                  <a16:creationId xmlns:a16="http://schemas.microsoft.com/office/drawing/2014/main" id="{DF749FDD-DD56-4DC9-A379-77E110698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114" name="Freeform 17">
              <a:extLst>
                <a:ext uri="{FF2B5EF4-FFF2-40B4-BE49-F238E27FC236}">
                  <a16:creationId xmlns:a16="http://schemas.microsoft.com/office/drawing/2014/main" id="{6AD95087-E0AF-45D3-B824-EFFCBBECD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15" name="Freeform 18">
              <a:extLst>
                <a:ext uri="{FF2B5EF4-FFF2-40B4-BE49-F238E27FC236}">
                  <a16:creationId xmlns:a16="http://schemas.microsoft.com/office/drawing/2014/main" id="{2D21010F-3DE2-4881-B9D5-3415C4E05D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16" name="Freeform 19">
              <a:extLst>
                <a:ext uri="{FF2B5EF4-FFF2-40B4-BE49-F238E27FC236}">
                  <a16:creationId xmlns:a16="http://schemas.microsoft.com/office/drawing/2014/main" id="{2AFDF4BC-8E99-4A2C-9EF2-4B98A05C2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17" name="Freeform 20">
              <a:extLst>
                <a:ext uri="{FF2B5EF4-FFF2-40B4-BE49-F238E27FC236}">
                  <a16:creationId xmlns:a16="http://schemas.microsoft.com/office/drawing/2014/main" id="{BB8EAEE8-22EA-4103-A02E-5043474C4B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18" name="Rectangle 21">
              <a:extLst>
                <a:ext uri="{FF2B5EF4-FFF2-40B4-BE49-F238E27FC236}">
                  <a16:creationId xmlns:a16="http://schemas.microsoft.com/office/drawing/2014/main" id="{7148ABD2-E447-429F-B97E-86494051C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19" name="Freeform 22">
              <a:extLst>
                <a:ext uri="{FF2B5EF4-FFF2-40B4-BE49-F238E27FC236}">
                  <a16:creationId xmlns:a16="http://schemas.microsoft.com/office/drawing/2014/main" id="{99900F4A-F8CA-456E-9FA0-34572621C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20" name="Freeform 23">
              <a:extLst>
                <a:ext uri="{FF2B5EF4-FFF2-40B4-BE49-F238E27FC236}">
                  <a16:creationId xmlns:a16="http://schemas.microsoft.com/office/drawing/2014/main" id="{DF5CD0A9-E49B-4968-886B-41C1A66D23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21" name="Freeform 24">
              <a:extLst>
                <a:ext uri="{FF2B5EF4-FFF2-40B4-BE49-F238E27FC236}">
                  <a16:creationId xmlns:a16="http://schemas.microsoft.com/office/drawing/2014/main" id="{7E462582-7383-4272-A323-85C9D137C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22" name="Freeform 25">
              <a:extLst>
                <a:ext uri="{FF2B5EF4-FFF2-40B4-BE49-F238E27FC236}">
                  <a16:creationId xmlns:a16="http://schemas.microsoft.com/office/drawing/2014/main" id="{CB472F67-7C37-4D80-B346-DE30D44B5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23" name="Freeform 26">
              <a:extLst>
                <a:ext uri="{FF2B5EF4-FFF2-40B4-BE49-F238E27FC236}">
                  <a16:creationId xmlns:a16="http://schemas.microsoft.com/office/drawing/2014/main" id="{19A8AE83-358F-4D4E-91C7-F09E35097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24" name="Freeform 27">
              <a:extLst>
                <a:ext uri="{FF2B5EF4-FFF2-40B4-BE49-F238E27FC236}">
                  <a16:creationId xmlns:a16="http://schemas.microsoft.com/office/drawing/2014/main" id="{C4B79436-9285-45DE-A9FB-B3DD750738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25" name="Freeform 28">
              <a:extLst>
                <a:ext uri="{FF2B5EF4-FFF2-40B4-BE49-F238E27FC236}">
                  <a16:creationId xmlns:a16="http://schemas.microsoft.com/office/drawing/2014/main" id="{B0BF8BF3-C90A-483A-B61E-13D2C41FBA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26" name="Freeform 29">
              <a:extLst>
                <a:ext uri="{FF2B5EF4-FFF2-40B4-BE49-F238E27FC236}">
                  <a16:creationId xmlns:a16="http://schemas.microsoft.com/office/drawing/2014/main" id="{31011274-F329-444B-9B06-69DD2EC44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27" name="Freeform 30">
              <a:extLst>
                <a:ext uri="{FF2B5EF4-FFF2-40B4-BE49-F238E27FC236}">
                  <a16:creationId xmlns:a16="http://schemas.microsoft.com/office/drawing/2014/main" id="{DB8B1D39-5B9A-4B4E-849B-A5821A2460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28" name="Freeform 31">
              <a:extLst>
                <a:ext uri="{FF2B5EF4-FFF2-40B4-BE49-F238E27FC236}">
                  <a16:creationId xmlns:a16="http://schemas.microsoft.com/office/drawing/2014/main" id="{336ECD63-75C2-4A32-A31B-30BB30972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6="http://schemas.microsoft.com/office/drawing/2014/main" xmlns:p14="http://schemas.microsoft.com/office/powerpoint/2010/main"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</p:grp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534363EE-3733-04E1-F04A-AFA47A21D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9487" y="643467"/>
            <a:ext cx="5608626" cy="556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05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1973351-177D-179A-42F4-D9B163CE9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>
            <a:normAutofit/>
          </a:bodyPr>
          <a:lstStyle/>
          <a:p>
            <a:r>
              <a:rPr lang="nl-NL" sz="3200"/>
              <a:t>Probleem stelling/ opdracht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270EC25-FFED-6BDD-6B52-73D0AAEAB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1" y="2249487"/>
            <a:ext cx="7400439" cy="3965046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nl-NL" sz="2000"/>
              <a:t>Autonoom 'invoegen' en 'uitvaren’</a:t>
            </a:r>
          </a:p>
          <a:p>
            <a:endParaRPr lang="nl-NL" sz="2000"/>
          </a:p>
          <a:p>
            <a:r>
              <a:rPr lang="nl-NL" sz="2000"/>
              <a:t>Sensoren standaardiseren door SDI methode</a:t>
            </a:r>
          </a:p>
          <a:p>
            <a:endParaRPr lang="nl-NL" sz="2000"/>
          </a:p>
          <a:p>
            <a:r>
              <a:rPr lang="nl-NL" sz="2000"/>
              <a:t>Makkelijker onderhoud/onderdelen vervangen</a:t>
            </a:r>
          </a:p>
          <a:p>
            <a:endParaRPr lang="nl-NL" sz="2000"/>
          </a:p>
          <a:p>
            <a:r>
              <a:rPr lang="nl-NL" sz="2000"/>
              <a:t>Gestandaardiseerde modules laten communiceren met MQTT</a:t>
            </a:r>
          </a:p>
          <a:p>
            <a:endParaRPr lang="nl-NL" sz="2000"/>
          </a:p>
          <a:p>
            <a:r>
              <a:rPr lang="nl-NL" sz="2000"/>
              <a:t>Locatie en snelheid bepaling door sensoren</a:t>
            </a:r>
          </a:p>
          <a:p>
            <a:pPr marL="0" indent="0">
              <a:buNone/>
            </a:pPr>
            <a:endParaRPr lang="nl-NL" sz="200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5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nl-NL"/>
            </a:p>
          </p:txBody>
        </p:sp>
        <p:sp>
          <p:nvSpPr>
            <p:cNvPr id="26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7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8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29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30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31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32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33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34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35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36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37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38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39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  <p:sp>
          <p:nvSpPr>
            <p:cNvPr id="40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nl-NL"/>
            </a:p>
          </p:txBody>
        </p:sp>
      </p:grpSp>
      <p:pic>
        <p:nvPicPr>
          <p:cNvPr id="5" name="Picture 2">
            <a:extLst>
              <a:ext uri="{FF2B5EF4-FFF2-40B4-BE49-F238E27FC236}">
                <a16:creationId xmlns:a16="http://schemas.microsoft.com/office/drawing/2014/main" id="{7E845545-571F-60A2-F605-9AA7CD2D30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2234" y="0"/>
            <a:ext cx="4669766" cy="898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39824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3E0A9-403F-B7B2-2C56-10872C91E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742EC-3925-A550-4869-D9EB7675D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Volgende</a:t>
            </a:r>
            <a:r>
              <a:rPr lang="en-US"/>
              <a:t> sprint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11EA5-C74C-EEF9-5368-E957897DD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Eisen </a:t>
            </a:r>
            <a:r>
              <a:rPr lang="en-US" err="1"/>
              <a:t>opdrachtgever</a:t>
            </a:r>
            <a:r>
              <a:rPr lang="en-US"/>
              <a:t> </a:t>
            </a:r>
            <a:r>
              <a:rPr lang="en-US" err="1"/>
              <a:t>uitwerken</a:t>
            </a:r>
            <a:endParaRPr lang="en-US"/>
          </a:p>
          <a:p>
            <a:r>
              <a:rPr lang="en-US"/>
              <a:t>Azure DevOps (</a:t>
            </a:r>
            <a:r>
              <a:rPr lang="en-US" err="1"/>
              <a:t>Programma</a:t>
            </a:r>
            <a:r>
              <a:rPr lang="en-US"/>
              <a:t> </a:t>
            </a:r>
            <a:r>
              <a:rPr lang="en-US" err="1"/>
              <a:t>voor</a:t>
            </a:r>
            <a:r>
              <a:rPr lang="en-US"/>
              <a:t> planning) </a:t>
            </a:r>
            <a:r>
              <a:rPr lang="en-US" err="1"/>
              <a:t>invullen</a:t>
            </a:r>
            <a:r>
              <a:rPr lang="en-US"/>
              <a:t> met sprints</a:t>
            </a:r>
          </a:p>
          <a:p>
            <a:r>
              <a:rPr lang="en-US"/>
              <a:t>Begin </a:t>
            </a:r>
            <a:r>
              <a:rPr lang="en-US" err="1"/>
              <a:t>onderzoek</a:t>
            </a:r>
            <a:r>
              <a:rPr lang="en-US"/>
              <a:t> </a:t>
            </a:r>
            <a:r>
              <a:rPr lang="en-US" err="1"/>
              <a:t>naar</a:t>
            </a:r>
            <a:r>
              <a:rPr lang="en-US"/>
              <a:t> </a:t>
            </a:r>
            <a:r>
              <a:rPr lang="en-US" err="1"/>
              <a:t>geschikte</a:t>
            </a:r>
            <a:r>
              <a:rPr lang="en-US"/>
              <a:t> </a:t>
            </a:r>
            <a:r>
              <a:rPr lang="en-US" err="1"/>
              <a:t>sensoren</a:t>
            </a:r>
            <a:endParaRPr lang="en-US"/>
          </a:p>
          <a:p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B118A02-1278-A704-599C-314C49CAEB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2234" y="0"/>
            <a:ext cx="4669766" cy="898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83878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42D2A-C288-4E49-2474-001EAE464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Feedback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vragen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BBAD5-4FA1-3161-667B-A8A3900D7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/>
              <a:t>Bedankt</a:t>
            </a:r>
            <a:r>
              <a:rPr lang="en-US"/>
              <a:t> </a:t>
            </a:r>
            <a:r>
              <a:rPr lang="en-US" err="1"/>
              <a:t>voor</a:t>
            </a:r>
            <a:r>
              <a:rPr lang="en-US"/>
              <a:t> het </a:t>
            </a:r>
            <a:r>
              <a:rPr lang="en-US" err="1"/>
              <a:t>luisteren</a:t>
            </a:r>
            <a:r>
              <a:rPr lang="en-US"/>
              <a:t>:)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A2F27C7-6A69-68FC-6F8A-2F9530339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2234" y="0"/>
            <a:ext cx="4669766" cy="898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05799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Circuit</vt:lpstr>
      <vt:lpstr>Autonoom manoeuvreren in de haven</vt:lpstr>
      <vt:lpstr>inleiding</vt:lpstr>
      <vt:lpstr>Opdrachtgever</vt:lpstr>
      <vt:lpstr>Sprint review</vt:lpstr>
      <vt:lpstr>Stakeholder analyse</vt:lpstr>
      <vt:lpstr>Probleem stelling/ opdracht</vt:lpstr>
      <vt:lpstr>Volgende sprint</vt:lpstr>
      <vt:lpstr>Feedback en vragen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Hidde Gerritsen (1079142)</dc:creator>
  <cp:revision>1</cp:revision>
  <dcterms:created xsi:type="dcterms:W3CDTF">2025-02-14T14:23:52Z</dcterms:created>
  <dcterms:modified xsi:type="dcterms:W3CDTF">2025-02-17T09:19:57Z</dcterms:modified>
</cp:coreProperties>
</file>