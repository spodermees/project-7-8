
<file path=[Content_Types].xml><?xml version="1.0" encoding="utf-8"?>
<Types xmlns="http://schemas.openxmlformats.org/package/2006/content-types">
  <Default Extension="jpeg" ContentType="image/jpeg"/>
  <Default Extension="m4a" ContentType="audio/mp4"/>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2"/>
    <p:sldId id="282" r:id="rId3"/>
    <p:sldId id="288" r:id="rId4"/>
    <p:sldId id="290" r:id="rId5"/>
    <p:sldId id="291" r:id="rId6"/>
    <p:sldId id="29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FFF637-C5B1-7D4B-B695-E69B18FBD963}" v="1261" dt="2025-06-06T12:24:49.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16"/>
    <p:restoredTop sz="66367"/>
  </p:normalViewPr>
  <p:slideViewPr>
    <p:cSldViewPr snapToGrid="0">
      <p:cViewPr varScale="1">
        <p:scale>
          <a:sx n="81" d="100"/>
          <a:sy n="81" d="100"/>
        </p:scale>
        <p:origin x="11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f Goudriaan Goudriaan (1071349)" userId="S::1071349@hr.nl::08bef46a-b76c-446b-b720-48726ea9290f" providerId="AD" clId="Web-{322708E1-3D27-8AC9-FB43-489219073033}"/>
    <pc:docChg chg="modSld">
      <pc:chgData name="Olaf Goudriaan Goudriaan (1071349)" userId="S::1071349@hr.nl::08bef46a-b76c-446b-b720-48726ea9290f" providerId="AD" clId="Web-{322708E1-3D27-8AC9-FB43-489219073033}" dt="2025-02-14T14:32:03.652" v="3"/>
      <pc:docMkLst>
        <pc:docMk/>
      </pc:docMkLst>
      <pc:sldChg chg="mod modShow">
        <pc:chgData name="Olaf Goudriaan Goudriaan (1071349)" userId="S::1071349@hr.nl::08bef46a-b76c-446b-b720-48726ea9290f" providerId="AD" clId="Web-{322708E1-3D27-8AC9-FB43-489219073033}" dt="2025-02-14T14:31:59.964" v="2"/>
        <pc:sldMkLst>
          <pc:docMk/>
          <pc:sldMk cId="1690403054" sldId="256"/>
        </pc:sldMkLst>
      </pc:sldChg>
      <pc:sldChg chg="mod modShow">
        <pc:chgData name="Olaf Goudriaan Goudriaan (1071349)" userId="S::1071349@hr.nl::08bef46a-b76c-446b-b720-48726ea9290f" providerId="AD" clId="Web-{322708E1-3D27-8AC9-FB43-489219073033}" dt="2025-02-14T14:32:03.652" v="3"/>
        <pc:sldMkLst>
          <pc:docMk/>
          <pc:sldMk cId="1125819257" sldId="262"/>
        </pc:sldMkLst>
      </pc:sldChg>
    </pc:docChg>
  </pc:docChgLst>
  <pc:docChgLst>
    <pc:chgData name="Hwayda Hwayda Bashair (1049850)" userId="S::1049850@hr.nl::cfc65a82-fb1c-475e-92d7-ff76e90f0086" providerId="AD" clId="Web-{F27ABF13-F0A9-E0DA-C052-D664AB5D4DED}"/>
    <pc:docChg chg="addSld delSld modSld sldOrd">
      <pc:chgData name="Hwayda Hwayda Bashair (1049850)" userId="S::1049850@hr.nl::cfc65a82-fb1c-475e-92d7-ff76e90f0086" providerId="AD" clId="Web-{F27ABF13-F0A9-E0DA-C052-D664AB5D4DED}" dt="2025-03-07T11:44:51.941" v="490"/>
      <pc:docMkLst>
        <pc:docMk/>
      </pc:docMkLst>
      <pc:sldChg chg="modSp del">
        <pc:chgData name="Hwayda Hwayda Bashair (1049850)" userId="S::1049850@hr.nl::cfc65a82-fb1c-475e-92d7-ff76e90f0086" providerId="AD" clId="Web-{F27ABF13-F0A9-E0DA-C052-D664AB5D4DED}" dt="2025-03-07T11:44:51.941" v="490"/>
        <pc:sldMkLst>
          <pc:docMk/>
          <pc:sldMk cId="4273982498" sldId="261"/>
        </pc:sldMkLst>
      </pc:sldChg>
      <pc:sldChg chg="modSp del">
        <pc:chgData name="Hwayda Hwayda Bashair (1049850)" userId="S::1049850@hr.nl::cfc65a82-fb1c-475e-92d7-ff76e90f0086" providerId="AD" clId="Web-{F27ABF13-F0A9-E0DA-C052-D664AB5D4DED}" dt="2025-03-07T11:35:56.673" v="281"/>
        <pc:sldMkLst>
          <pc:docMk/>
          <pc:sldMk cId="1680564021" sldId="263"/>
        </pc:sldMkLst>
      </pc:sldChg>
      <pc:sldChg chg="addSp delSp modSp new mod ord setBg">
        <pc:chgData name="Hwayda Hwayda Bashair (1049850)" userId="S::1049850@hr.nl::cfc65a82-fb1c-475e-92d7-ff76e90f0086" providerId="AD" clId="Web-{F27ABF13-F0A9-E0DA-C052-D664AB5D4DED}" dt="2025-03-07T11:36:04.345" v="282"/>
        <pc:sldMkLst>
          <pc:docMk/>
          <pc:sldMk cId="462427109" sldId="267"/>
        </pc:sldMkLst>
      </pc:sldChg>
      <pc:sldChg chg="addSp delSp modSp new mod ord setBg">
        <pc:chgData name="Hwayda Hwayda Bashair (1049850)" userId="S::1049850@hr.nl::cfc65a82-fb1c-475e-92d7-ff76e90f0086" providerId="AD" clId="Web-{F27ABF13-F0A9-E0DA-C052-D664AB5D4DED}" dt="2025-03-07T11:36:06.877" v="283"/>
        <pc:sldMkLst>
          <pc:docMk/>
          <pc:sldMk cId="3316613587" sldId="268"/>
        </pc:sldMkLst>
      </pc:sldChg>
      <pc:sldChg chg="addSp delSp modSp new">
        <pc:chgData name="Hwayda Hwayda Bashair (1049850)" userId="S::1049850@hr.nl::cfc65a82-fb1c-475e-92d7-ff76e90f0086" providerId="AD" clId="Web-{F27ABF13-F0A9-E0DA-C052-D664AB5D4DED}" dt="2025-03-07T11:32:14.306" v="229" actId="20577"/>
        <pc:sldMkLst>
          <pc:docMk/>
          <pc:sldMk cId="187904320" sldId="271"/>
        </pc:sldMkLst>
      </pc:sldChg>
      <pc:sldChg chg="addSp modSp new">
        <pc:chgData name="Hwayda Hwayda Bashair (1049850)" userId="S::1049850@hr.nl::cfc65a82-fb1c-475e-92d7-ff76e90f0086" providerId="AD" clId="Web-{F27ABF13-F0A9-E0DA-C052-D664AB5D4DED}" dt="2025-03-07T11:35:23.813" v="280" actId="20577"/>
        <pc:sldMkLst>
          <pc:docMk/>
          <pc:sldMk cId="1925568384" sldId="272"/>
        </pc:sldMkLst>
      </pc:sldChg>
      <pc:sldChg chg="modSp new">
        <pc:chgData name="Hwayda Hwayda Bashair (1049850)" userId="S::1049850@hr.nl::cfc65a82-fb1c-475e-92d7-ff76e90f0086" providerId="AD" clId="Web-{F27ABF13-F0A9-E0DA-C052-D664AB5D4DED}" dt="2025-03-07T11:43:07.891" v="489" actId="20577"/>
        <pc:sldMkLst>
          <pc:docMk/>
          <pc:sldMk cId="2830931085" sldId="273"/>
        </pc:sldMkLst>
      </pc:sldChg>
    </pc:docChg>
  </pc:docChgLst>
  <pc:docChgLst>
    <pc:chgData name="Mees van der Waal (1052159)" userId="S::1052159@hr.nl::f47bb1cd-9a7d-4d84-91da-2dc9c3e5f91c" providerId="AD" clId="Web-{819E3246-40A0-8B5A-6F08-FB48F77CCA8F}"/>
    <pc:docChg chg="addSld modSld">
      <pc:chgData name="Mees van der Waal (1052159)" userId="S::1052159@hr.nl::f47bb1cd-9a7d-4d84-91da-2dc9c3e5f91c" providerId="AD" clId="Web-{819E3246-40A0-8B5A-6F08-FB48F77CCA8F}" dt="2025-04-11T10:33:51.490" v="167" actId="20577"/>
      <pc:docMkLst>
        <pc:docMk/>
      </pc:docMkLst>
      <pc:sldChg chg="addAnim delAnim">
        <pc:chgData name="Mees van der Waal (1052159)" userId="S::1052159@hr.nl::f47bb1cd-9a7d-4d84-91da-2dc9c3e5f91c" providerId="AD" clId="Web-{819E3246-40A0-8B5A-6F08-FB48F77CCA8F}" dt="2025-04-11T10:33:36.473" v="151"/>
        <pc:sldMkLst>
          <pc:docMk/>
          <pc:sldMk cId="3881030924" sldId="260"/>
        </pc:sldMkLst>
      </pc:sldChg>
      <pc:sldChg chg="modSp">
        <pc:chgData name="Mees van der Waal (1052159)" userId="S::1052159@hr.nl::f47bb1cd-9a7d-4d84-91da-2dc9c3e5f91c" providerId="AD" clId="Web-{819E3246-40A0-8B5A-6F08-FB48F77CCA8F}" dt="2025-04-11T10:02:58.114" v="12" actId="20577"/>
        <pc:sldMkLst>
          <pc:docMk/>
          <pc:sldMk cId="723969862" sldId="280"/>
        </pc:sldMkLst>
      </pc:sldChg>
      <pc:sldChg chg="modSp new">
        <pc:chgData name="Mees van der Waal (1052159)" userId="S::1052159@hr.nl::f47bb1cd-9a7d-4d84-91da-2dc9c3e5f91c" providerId="AD" clId="Web-{819E3246-40A0-8B5A-6F08-FB48F77CCA8F}" dt="2025-04-11T10:33:51.490" v="167" actId="20577"/>
        <pc:sldMkLst>
          <pc:docMk/>
          <pc:sldMk cId="1133970940" sldId="291"/>
        </pc:sldMkLst>
      </pc:sldChg>
    </pc:docChg>
  </pc:docChgLst>
  <pc:docChgLst>
    <pc:chgData name="Hidde Gerritsen (1079142)" userId="bd1019e9-fe7d-45bb-8938-4a3398eba8be" providerId="ADAL" clId="{D8E76ED8-6577-7B45-A735-4968E733AB71}"/>
    <pc:docChg chg="undo custSel addSld delSld modSld">
      <pc:chgData name="Hidde Gerritsen (1079142)" userId="bd1019e9-fe7d-45bb-8938-4a3398eba8be" providerId="ADAL" clId="{D8E76ED8-6577-7B45-A735-4968E733AB71}" dt="2025-03-10T09:27:47.950" v="1092" actId="20577"/>
      <pc:docMkLst>
        <pc:docMk/>
      </pc:docMkLst>
      <pc:sldChg chg="del">
        <pc:chgData name="Hidde Gerritsen (1079142)" userId="bd1019e9-fe7d-45bb-8938-4a3398eba8be" providerId="ADAL" clId="{D8E76ED8-6577-7B45-A735-4968E733AB71}" dt="2025-03-07T10:44:53.522" v="80" actId="2696"/>
        <pc:sldMkLst>
          <pc:docMk/>
          <pc:sldMk cId="3509801291" sldId="257"/>
        </pc:sldMkLst>
      </pc:sldChg>
      <pc:sldChg chg="modSp mod">
        <pc:chgData name="Hidde Gerritsen (1079142)" userId="bd1019e9-fe7d-45bb-8938-4a3398eba8be" providerId="ADAL" clId="{D8E76ED8-6577-7B45-A735-4968E733AB71}" dt="2025-03-07T10:45:27.688" v="86" actId="20577"/>
        <pc:sldMkLst>
          <pc:docMk/>
          <pc:sldMk cId="3881030924" sldId="260"/>
        </pc:sldMkLst>
      </pc:sldChg>
      <pc:sldChg chg="modSp mod">
        <pc:chgData name="Hidde Gerritsen (1079142)" userId="bd1019e9-fe7d-45bb-8938-4a3398eba8be" providerId="ADAL" clId="{D8E76ED8-6577-7B45-A735-4968E733AB71}" dt="2025-03-07T11:14:52.448" v="516" actId="1076"/>
        <pc:sldMkLst>
          <pc:docMk/>
          <pc:sldMk cId="4273982498" sldId="261"/>
        </pc:sldMkLst>
      </pc:sldChg>
      <pc:sldChg chg="addSp delSp modSp mod">
        <pc:chgData name="Hidde Gerritsen (1079142)" userId="bd1019e9-fe7d-45bb-8938-4a3398eba8be" providerId="ADAL" clId="{D8E76ED8-6577-7B45-A735-4968E733AB71}" dt="2025-03-07T10:52:21.700" v="263"/>
        <pc:sldMkLst>
          <pc:docMk/>
          <pc:sldMk cId="1680564021" sldId="263"/>
        </pc:sldMkLst>
      </pc:sldChg>
      <pc:sldChg chg="addSp modSp mod">
        <pc:chgData name="Hidde Gerritsen (1079142)" userId="bd1019e9-fe7d-45bb-8938-4a3398eba8be" providerId="ADAL" clId="{D8E76ED8-6577-7B45-A735-4968E733AB71}" dt="2025-03-10T09:21:18.896" v="964" actId="20577"/>
        <pc:sldMkLst>
          <pc:docMk/>
          <pc:sldMk cId="1448387869" sldId="264"/>
        </pc:sldMkLst>
      </pc:sldChg>
      <pc:sldChg chg="del">
        <pc:chgData name="Hidde Gerritsen (1079142)" userId="bd1019e9-fe7d-45bb-8938-4a3398eba8be" providerId="ADAL" clId="{D8E76ED8-6577-7B45-A735-4968E733AB71}" dt="2025-03-07T10:49:23.373" v="163" actId="2696"/>
        <pc:sldMkLst>
          <pc:docMk/>
          <pc:sldMk cId="389105982" sldId="266"/>
        </pc:sldMkLst>
      </pc:sldChg>
      <pc:sldChg chg="modSp mod">
        <pc:chgData name="Hidde Gerritsen (1079142)" userId="bd1019e9-fe7d-45bb-8938-4a3398eba8be" providerId="ADAL" clId="{D8E76ED8-6577-7B45-A735-4968E733AB71}" dt="2025-03-07T11:14:32.407" v="510" actId="14100"/>
        <pc:sldMkLst>
          <pc:docMk/>
          <pc:sldMk cId="462427109" sldId="267"/>
        </pc:sldMkLst>
      </pc:sldChg>
      <pc:sldChg chg="addSp delSp modSp mod">
        <pc:chgData name="Hidde Gerritsen (1079142)" userId="bd1019e9-fe7d-45bb-8938-4a3398eba8be" providerId="ADAL" clId="{D8E76ED8-6577-7B45-A735-4968E733AB71}" dt="2025-03-10T09:25:12.150" v="977" actId="1076"/>
        <pc:sldMkLst>
          <pc:docMk/>
          <pc:sldMk cId="3316613587" sldId="268"/>
        </pc:sldMkLst>
      </pc:sldChg>
      <pc:sldChg chg="addSp modSp add mod">
        <pc:chgData name="Hidde Gerritsen (1079142)" userId="bd1019e9-fe7d-45bb-8938-4a3398eba8be" providerId="ADAL" clId="{D8E76ED8-6577-7B45-A735-4968E733AB71}" dt="2025-03-07T11:41:18.702" v="722" actId="1076"/>
        <pc:sldMkLst>
          <pc:docMk/>
          <pc:sldMk cId="235373548" sldId="269"/>
        </pc:sldMkLst>
      </pc:sldChg>
      <pc:sldChg chg="addSp modSp add mod">
        <pc:chgData name="Hidde Gerritsen (1079142)" userId="bd1019e9-fe7d-45bb-8938-4a3398eba8be" providerId="ADAL" clId="{D8E76ED8-6577-7B45-A735-4968E733AB71}" dt="2025-03-07T11:47:10.031" v="795" actId="1076"/>
        <pc:sldMkLst>
          <pc:docMk/>
          <pc:sldMk cId="3847829345" sldId="270"/>
        </pc:sldMkLst>
      </pc:sldChg>
      <pc:sldChg chg="addSp modSp mod">
        <pc:chgData name="Hidde Gerritsen (1079142)" userId="bd1019e9-fe7d-45bb-8938-4a3398eba8be" providerId="ADAL" clId="{D8E76ED8-6577-7B45-A735-4968E733AB71}" dt="2025-03-07T11:50:35.160" v="955" actId="29295"/>
        <pc:sldMkLst>
          <pc:docMk/>
          <pc:sldMk cId="1925568384" sldId="272"/>
        </pc:sldMkLst>
      </pc:sldChg>
      <pc:sldChg chg="modSp mod">
        <pc:chgData name="Hidde Gerritsen (1079142)" userId="bd1019e9-fe7d-45bb-8938-4a3398eba8be" providerId="ADAL" clId="{D8E76ED8-6577-7B45-A735-4968E733AB71}" dt="2025-03-10T09:27:47.950" v="1092" actId="20577"/>
        <pc:sldMkLst>
          <pc:docMk/>
          <pc:sldMk cId="2830931085" sldId="273"/>
        </pc:sldMkLst>
      </pc:sldChg>
    </pc:docChg>
  </pc:docChgLst>
  <pc:docChgLst>
    <pc:chgData name="Mees van der Waal (1052159)" userId="S::1052159@hr.nl::f47bb1cd-9a7d-4d84-91da-2dc9c3e5f91c" providerId="AD" clId="Web-{4D86810B-0965-5F67-1518-DF680C869892}"/>
    <pc:docChg chg="modSld">
      <pc:chgData name="Mees van der Waal (1052159)" userId="S::1052159@hr.nl::f47bb1cd-9a7d-4d84-91da-2dc9c3e5f91c" providerId="AD" clId="Web-{4D86810B-0965-5F67-1518-DF680C869892}" dt="2025-03-10T09:25:59.420" v="38" actId="20577"/>
      <pc:docMkLst>
        <pc:docMk/>
      </pc:docMkLst>
      <pc:sldChg chg="modSp">
        <pc:chgData name="Mees van der Waal (1052159)" userId="S::1052159@hr.nl::f47bb1cd-9a7d-4d84-91da-2dc9c3e5f91c" providerId="AD" clId="Web-{4D86810B-0965-5F67-1518-DF680C869892}" dt="2025-03-10T09:20:56.112" v="9"/>
        <pc:sldMkLst>
          <pc:docMk/>
          <pc:sldMk cId="1448387869" sldId="264"/>
        </pc:sldMkLst>
      </pc:sldChg>
      <pc:sldChg chg="addSp modSp">
        <pc:chgData name="Mees van der Waal (1052159)" userId="S::1052159@hr.nl::f47bb1cd-9a7d-4d84-91da-2dc9c3e5f91c" providerId="AD" clId="Web-{4D86810B-0965-5F67-1518-DF680C869892}" dt="2025-03-10T09:25:59.420" v="38" actId="20577"/>
        <pc:sldMkLst>
          <pc:docMk/>
          <pc:sldMk cId="187904320" sldId="271"/>
        </pc:sldMkLst>
      </pc:sldChg>
      <pc:sldChg chg="modSp">
        <pc:chgData name="Mees van der Waal (1052159)" userId="S::1052159@hr.nl::f47bb1cd-9a7d-4d84-91da-2dc9c3e5f91c" providerId="AD" clId="Web-{4D86810B-0965-5F67-1518-DF680C869892}" dt="2025-03-10T09:21:53.583" v="30" actId="20577"/>
        <pc:sldMkLst>
          <pc:docMk/>
          <pc:sldMk cId="1925568384" sldId="272"/>
        </pc:sldMkLst>
      </pc:sldChg>
    </pc:docChg>
  </pc:docChgLst>
  <pc:docChgLst>
    <pc:chgData name="Hwayda Hwayda Bashair (1049850)" userId="S::1049850@hr.nl::cfc65a82-fb1c-475e-92d7-ff76e90f0086" providerId="AD" clId="Web-{A82E2266-B9C6-F53E-498B-94CEEEB7841E}"/>
    <pc:docChg chg="addSld modSld">
      <pc:chgData name="Hwayda Hwayda Bashair (1049850)" userId="S::1049850@hr.nl::cfc65a82-fb1c-475e-92d7-ff76e90f0086" providerId="AD" clId="Web-{A82E2266-B9C6-F53E-498B-94CEEEB7841E}" dt="2025-02-15T11:50:05.785" v="29" actId="20577"/>
      <pc:docMkLst>
        <pc:docMk/>
      </pc:docMkLst>
      <pc:sldChg chg="addSp delSp modSp">
        <pc:chgData name="Hwayda Hwayda Bashair (1049850)" userId="S::1049850@hr.nl::cfc65a82-fb1c-475e-92d7-ff76e90f0086" providerId="AD" clId="Web-{A82E2266-B9C6-F53E-498B-94CEEEB7841E}" dt="2025-02-15T11:50:05.785" v="29" actId="20577"/>
        <pc:sldMkLst>
          <pc:docMk/>
          <pc:sldMk cId="1680564021" sldId="263"/>
        </pc:sldMkLst>
      </pc:sldChg>
      <pc:sldChg chg="addSp delSp modSp new mod setBg setClrOvrMap">
        <pc:chgData name="Hwayda Hwayda Bashair (1049850)" userId="S::1049850@hr.nl::cfc65a82-fb1c-475e-92d7-ff76e90f0086" providerId="AD" clId="Web-{A82E2266-B9C6-F53E-498B-94CEEEB7841E}" dt="2025-02-15T11:48:13.513" v="21"/>
        <pc:sldMkLst>
          <pc:docMk/>
          <pc:sldMk cId="389105982" sldId="266"/>
        </pc:sldMkLst>
      </pc:sldChg>
    </pc:docChg>
  </pc:docChgLst>
  <pc:docChgLst>
    <pc:chgData name="Mees van der Waal (1052159)" userId="f47bb1cd-9a7d-4d84-91da-2dc9c3e5f91c" providerId="ADAL" clId="{70E3D652-36E9-4FE0-8954-1C05999B9F05}"/>
    <pc:docChg chg="custSel modSld">
      <pc:chgData name="Mees van der Waal (1052159)" userId="f47bb1cd-9a7d-4d84-91da-2dc9c3e5f91c" providerId="ADAL" clId="{70E3D652-36E9-4FE0-8954-1C05999B9F05}" dt="2025-02-17T08:54:22.878" v="64" actId="20577"/>
      <pc:docMkLst>
        <pc:docMk/>
      </pc:docMkLst>
      <pc:sldChg chg="modSp mod">
        <pc:chgData name="Mees van der Waal (1052159)" userId="f47bb1cd-9a7d-4d84-91da-2dc9c3e5f91c" providerId="ADAL" clId="{70E3D652-36E9-4FE0-8954-1C05999B9F05}" dt="2025-02-17T08:54:22.878" v="64" actId="20577"/>
        <pc:sldMkLst>
          <pc:docMk/>
          <pc:sldMk cId="4273982498" sldId="261"/>
        </pc:sldMkLst>
      </pc:sldChg>
    </pc:docChg>
  </pc:docChgLst>
  <pc:docChgLst>
    <pc:chgData name="Hidde Gerritsen (1079142)" userId="bd1019e9-fe7d-45bb-8938-4a3398eba8be" providerId="ADAL" clId="{ACB0CC0B-1314-B745-8801-DA505451F9EA}"/>
    <pc:docChg chg="custSel addSld delSld modSld">
      <pc:chgData name="Hidde Gerritsen (1079142)" userId="bd1019e9-fe7d-45bb-8938-4a3398eba8be" providerId="ADAL" clId="{ACB0CC0B-1314-B745-8801-DA505451F9EA}" dt="2025-02-14T14:48:14.570" v="627" actId="14100"/>
      <pc:docMkLst>
        <pc:docMk/>
      </pc:docMkLst>
      <pc:sldChg chg="addSp modSp mod modTransition">
        <pc:chgData name="Hidde Gerritsen (1079142)" userId="bd1019e9-fe7d-45bb-8938-4a3398eba8be" providerId="ADAL" clId="{ACB0CC0B-1314-B745-8801-DA505451F9EA}" dt="2025-02-14T14:45:22.617" v="495"/>
        <pc:sldMkLst>
          <pc:docMk/>
          <pc:sldMk cId="1690403054" sldId="256"/>
        </pc:sldMkLst>
      </pc:sldChg>
      <pc:sldChg chg="addSp delSp modSp mod modTransition">
        <pc:chgData name="Hidde Gerritsen (1079142)" userId="bd1019e9-fe7d-45bb-8938-4a3398eba8be" providerId="ADAL" clId="{ACB0CC0B-1314-B745-8801-DA505451F9EA}" dt="2025-02-14T14:45:14.570" v="490"/>
        <pc:sldMkLst>
          <pc:docMk/>
          <pc:sldMk cId="3509801291" sldId="257"/>
        </pc:sldMkLst>
      </pc:sldChg>
      <pc:sldChg chg="del">
        <pc:chgData name="Hidde Gerritsen (1079142)" userId="bd1019e9-fe7d-45bb-8938-4a3398eba8be" providerId="ADAL" clId="{ACB0CC0B-1314-B745-8801-DA505451F9EA}" dt="2025-02-14T14:36:08.862" v="188" actId="2696"/>
        <pc:sldMkLst>
          <pc:docMk/>
          <pc:sldMk cId="2149049465" sldId="258"/>
        </pc:sldMkLst>
      </pc:sldChg>
      <pc:sldChg chg="del">
        <pc:chgData name="Hidde Gerritsen (1079142)" userId="bd1019e9-fe7d-45bb-8938-4a3398eba8be" providerId="ADAL" clId="{ACB0CC0B-1314-B745-8801-DA505451F9EA}" dt="2025-02-14T14:36:18.812" v="189" actId="2696"/>
        <pc:sldMkLst>
          <pc:docMk/>
          <pc:sldMk cId="4239546310" sldId="259"/>
        </pc:sldMkLst>
      </pc:sldChg>
      <pc:sldChg chg="addSp modSp modTransition">
        <pc:chgData name="Hidde Gerritsen (1079142)" userId="bd1019e9-fe7d-45bb-8938-4a3398eba8be" providerId="ADAL" clId="{ACB0CC0B-1314-B745-8801-DA505451F9EA}" dt="2025-02-14T14:45:10.606" v="489"/>
        <pc:sldMkLst>
          <pc:docMk/>
          <pc:sldMk cId="3881030924" sldId="260"/>
        </pc:sldMkLst>
      </pc:sldChg>
      <pc:sldChg chg="addSp delSp modSp mod modTransition">
        <pc:chgData name="Hidde Gerritsen (1079142)" userId="bd1019e9-fe7d-45bb-8938-4a3398eba8be" providerId="ADAL" clId="{ACB0CC0B-1314-B745-8801-DA505451F9EA}" dt="2025-02-14T14:48:14.570" v="627" actId="14100"/>
        <pc:sldMkLst>
          <pc:docMk/>
          <pc:sldMk cId="4273982498" sldId="261"/>
        </pc:sldMkLst>
      </pc:sldChg>
      <pc:sldChg chg="modSp del mod">
        <pc:chgData name="Hidde Gerritsen (1079142)" userId="bd1019e9-fe7d-45bb-8938-4a3398eba8be" providerId="ADAL" clId="{ACB0CC0B-1314-B745-8801-DA505451F9EA}" dt="2025-02-14T14:40:45.984" v="207" actId="2696"/>
        <pc:sldMkLst>
          <pc:docMk/>
          <pc:sldMk cId="1125819257" sldId="262"/>
        </pc:sldMkLst>
      </pc:sldChg>
      <pc:sldChg chg="add">
        <pc:chgData name="Hidde Gerritsen (1079142)" userId="bd1019e9-fe7d-45bb-8938-4a3398eba8be" providerId="ADAL" clId="{ACB0CC0B-1314-B745-8801-DA505451F9EA}" dt="2025-02-14T14:40:41.031" v="206" actId="2890"/>
        <pc:sldMkLst>
          <pc:docMk/>
          <pc:sldMk cId="1448387869" sldId="263"/>
        </pc:sldMkLst>
      </pc:sldChg>
      <pc:sldChg chg="addSp modSp modTransition">
        <pc:chgData name="Hidde Gerritsen (1079142)" userId="bd1019e9-fe7d-45bb-8938-4a3398eba8be" providerId="ADAL" clId="{ACB0CC0B-1314-B745-8801-DA505451F9EA}" dt="2025-02-14T14:45:15.883" v="491"/>
        <pc:sldMkLst>
          <pc:docMk/>
          <pc:sldMk cId="1680564021" sldId="263"/>
        </pc:sldMkLst>
      </pc:sldChg>
      <pc:sldChg chg="addSp modSp mod modTransition">
        <pc:chgData name="Hidde Gerritsen (1079142)" userId="bd1019e9-fe7d-45bb-8938-4a3398eba8be" providerId="ADAL" clId="{ACB0CC0B-1314-B745-8801-DA505451F9EA}" dt="2025-02-14T14:47:09.933" v="496" actId="20577"/>
        <pc:sldMkLst>
          <pc:docMk/>
          <pc:sldMk cId="1448387869" sldId="264"/>
        </pc:sldMkLst>
      </pc:sldChg>
      <pc:sldChg chg="addSp modSp modTransition">
        <pc:chgData name="Hidde Gerritsen (1079142)" userId="bd1019e9-fe7d-45bb-8938-4a3398eba8be" providerId="ADAL" clId="{ACB0CC0B-1314-B745-8801-DA505451F9EA}" dt="2025-02-14T14:45:21.269" v="494"/>
        <pc:sldMkLst>
          <pc:docMk/>
          <pc:sldMk cId="630579946" sldId="265"/>
        </pc:sldMkLst>
      </pc:sldChg>
    </pc:docChg>
  </pc:docChgLst>
  <pc:docChgLst>
    <pc:chgData name="Hwayda Hwayda Bashair (1049850)" userId="S::1049850@hr.nl::cfc65a82-fb1c-475e-92d7-ff76e90f0086" providerId="AD" clId="Web-{05FA944A-5BA2-F39D-D5CB-CE54CF5C0504}"/>
    <pc:docChg chg="addSld delSld modSld sldOrd">
      <pc:chgData name="Hwayda Hwayda Bashair (1049850)" userId="S::1049850@hr.nl::cfc65a82-fb1c-475e-92d7-ff76e90f0086" providerId="AD" clId="Web-{05FA944A-5BA2-F39D-D5CB-CE54CF5C0504}" dt="2025-03-21T12:25:47.561" v="203" actId="20577"/>
      <pc:docMkLst>
        <pc:docMk/>
      </pc:docMkLst>
      <pc:sldChg chg="modSp">
        <pc:chgData name="Hwayda Hwayda Bashair (1049850)" userId="S::1049850@hr.nl::cfc65a82-fb1c-475e-92d7-ff76e90f0086" providerId="AD" clId="Web-{05FA944A-5BA2-F39D-D5CB-CE54CF5C0504}" dt="2025-03-21T12:25:47.561" v="203" actId="20577"/>
        <pc:sldMkLst>
          <pc:docMk/>
          <pc:sldMk cId="1448387869" sldId="264"/>
        </pc:sldMkLst>
      </pc:sldChg>
      <pc:sldChg chg="addSp delSp modSp">
        <pc:chgData name="Hwayda Hwayda Bashair (1049850)" userId="S::1049850@hr.nl::cfc65a82-fb1c-475e-92d7-ff76e90f0086" providerId="AD" clId="Web-{05FA944A-5BA2-F39D-D5CB-CE54CF5C0504}" dt="2025-03-21T11:12:06.287" v="133" actId="20577"/>
        <pc:sldMkLst>
          <pc:docMk/>
          <pc:sldMk cId="3316613587" sldId="268"/>
        </pc:sldMkLst>
      </pc:sldChg>
      <pc:sldChg chg="del">
        <pc:chgData name="Hwayda Hwayda Bashair (1049850)" userId="S::1049850@hr.nl::cfc65a82-fb1c-475e-92d7-ff76e90f0086" providerId="AD" clId="Web-{05FA944A-5BA2-F39D-D5CB-CE54CF5C0504}" dt="2025-03-21T12:22:58.386" v="164"/>
        <pc:sldMkLst>
          <pc:docMk/>
          <pc:sldMk cId="235373548" sldId="269"/>
        </pc:sldMkLst>
      </pc:sldChg>
      <pc:sldChg chg="del">
        <pc:chgData name="Hwayda Hwayda Bashair (1049850)" userId="S::1049850@hr.nl::cfc65a82-fb1c-475e-92d7-ff76e90f0086" providerId="AD" clId="Web-{05FA944A-5BA2-F39D-D5CB-CE54CF5C0504}" dt="2025-03-21T12:22:59.636" v="165"/>
        <pc:sldMkLst>
          <pc:docMk/>
          <pc:sldMk cId="3847829345" sldId="270"/>
        </pc:sldMkLst>
      </pc:sldChg>
      <pc:sldChg chg="modSp">
        <pc:chgData name="Hwayda Hwayda Bashair (1049850)" userId="S::1049850@hr.nl::cfc65a82-fb1c-475e-92d7-ff76e90f0086" providerId="AD" clId="Web-{05FA944A-5BA2-F39D-D5CB-CE54CF5C0504}" dt="2025-03-21T11:16:05.031" v="155" actId="20577"/>
        <pc:sldMkLst>
          <pc:docMk/>
          <pc:sldMk cId="187904320" sldId="271"/>
        </pc:sldMkLst>
      </pc:sldChg>
      <pc:sldChg chg="addSp delSp modSp mod ord setBg setClrOvrMap">
        <pc:chgData name="Hwayda Hwayda Bashair (1049850)" userId="S::1049850@hr.nl::cfc65a82-fb1c-475e-92d7-ff76e90f0086" providerId="AD" clId="Web-{05FA944A-5BA2-F39D-D5CB-CE54CF5C0504}" dt="2025-03-21T11:20:58.902" v="163"/>
        <pc:sldMkLst>
          <pc:docMk/>
          <pc:sldMk cId="1925568384" sldId="272"/>
        </pc:sldMkLst>
      </pc:sldChg>
      <pc:sldChg chg="modSp new">
        <pc:chgData name="Hwayda Hwayda Bashair (1049850)" userId="S::1049850@hr.nl::cfc65a82-fb1c-475e-92d7-ff76e90f0086" providerId="AD" clId="Web-{05FA944A-5BA2-F39D-D5CB-CE54CF5C0504}" dt="2025-03-21T11:12:44.226" v="149" actId="20577"/>
        <pc:sldMkLst>
          <pc:docMk/>
          <pc:sldMk cId="3713448215" sldId="274"/>
        </pc:sldMkLst>
      </pc:sldChg>
      <pc:sldChg chg="new">
        <pc:chgData name="Hwayda Hwayda Bashair (1049850)" userId="S::1049850@hr.nl::cfc65a82-fb1c-475e-92d7-ff76e90f0086" providerId="AD" clId="Web-{05FA944A-5BA2-F39D-D5CB-CE54CF5C0504}" dt="2025-03-21T12:23:53.856" v="186"/>
        <pc:sldMkLst>
          <pc:docMk/>
          <pc:sldMk cId="88598599" sldId="275"/>
        </pc:sldMkLst>
      </pc:sldChg>
    </pc:docChg>
  </pc:docChgLst>
  <pc:docChgLst>
    <pc:chgData name="Hwayda Hwayda Bashair (1049850)" userId="S::1049850@hr.nl::cfc65a82-fb1c-475e-92d7-ff76e90f0086" providerId="AD" clId="Web-{4DAB1484-7139-FB29-FADB-071B91622856}"/>
    <pc:docChg chg="modSld">
      <pc:chgData name="Hwayda Hwayda Bashair (1049850)" userId="S::1049850@hr.nl::cfc65a82-fb1c-475e-92d7-ff76e90f0086" providerId="AD" clId="Web-{4DAB1484-7139-FB29-FADB-071B91622856}" dt="2025-02-15T16:18:41.012" v="11"/>
      <pc:docMkLst>
        <pc:docMk/>
      </pc:docMkLst>
      <pc:sldChg chg="addSp delSp modSp">
        <pc:chgData name="Hwayda Hwayda Bashair (1049850)" userId="S::1049850@hr.nl::cfc65a82-fb1c-475e-92d7-ff76e90f0086" providerId="AD" clId="Web-{4DAB1484-7139-FB29-FADB-071B91622856}" dt="2025-02-15T16:18:41.012" v="11"/>
        <pc:sldMkLst>
          <pc:docMk/>
          <pc:sldMk cId="389105982" sldId="266"/>
        </pc:sldMkLst>
      </pc:sldChg>
    </pc:docChg>
  </pc:docChgLst>
  <pc:docChgLst>
    <pc:chgData name="Hwayda Hwayda Bashair (1049850)" userId="S::1049850@hr.nl::cfc65a82-fb1c-475e-92d7-ff76e90f0086" providerId="AD" clId="Web-{9B28D821-E689-A882-8C7B-D0A91A61FAFD}"/>
    <pc:docChg chg="modSld">
      <pc:chgData name="Hwayda Hwayda Bashair (1049850)" userId="S::1049850@hr.nl::cfc65a82-fb1c-475e-92d7-ff76e90f0086" providerId="AD" clId="Web-{9B28D821-E689-A882-8C7B-D0A91A61FAFD}" dt="2025-03-10T09:28:04.465" v="38" actId="20577"/>
      <pc:docMkLst>
        <pc:docMk/>
      </pc:docMkLst>
      <pc:sldChg chg="modSp">
        <pc:chgData name="Hwayda Hwayda Bashair (1049850)" userId="S::1049850@hr.nl::cfc65a82-fb1c-475e-92d7-ff76e90f0086" providerId="AD" clId="Web-{9B28D821-E689-A882-8C7B-D0A91A61FAFD}" dt="2025-03-07T11:48:49.035" v="35" actId="20577"/>
        <pc:sldMkLst>
          <pc:docMk/>
          <pc:sldMk cId="462427109" sldId="267"/>
        </pc:sldMkLst>
      </pc:sldChg>
      <pc:sldChg chg="modSp">
        <pc:chgData name="Hwayda Hwayda Bashair (1049850)" userId="S::1049850@hr.nl::cfc65a82-fb1c-475e-92d7-ff76e90f0086" providerId="AD" clId="Web-{9B28D821-E689-A882-8C7B-D0A91A61FAFD}" dt="2025-03-10T09:28:04.465" v="38" actId="20577"/>
        <pc:sldMkLst>
          <pc:docMk/>
          <pc:sldMk cId="235373548" sldId="269"/>
        </pc:sldMkLst>
      </pc:sldChg>
      <pc:sldChg chg="modSp">
        <pc:chgData name="Hwayda Hwayda Bashair (1049850)" userId="S::1049850@hr.nl::cfc65a82-fb1c-475e-92d7-ff76e90f0086" providerId="AD" clId="Web-{9B28D821-E689-A882-8C7B-D0A91A61FAFD}" dt="2025-03-07T11:45:58.874" v="26" actId="20577"/>
        <pc:sldMkLst>
          <pc:docMk/>
          <pc:sldMk cId="3847829345" sldId="270"/>
        </pc:sldMkLst>
      </pc:sldChg>
      <pc:sldChg chg="modSp">
        <pc:chgData name="Hwayda Hwayda Bashair (1049850)" userId="S::1049850@hr.nl::cfc65a82-fb1c-475e-92d7-ff76e90f0086" providerId="AD" clId="Web-{9B28D821-E689-A882-8C7B-D0A91A61FAFD}" dt="2025-03-07T11:48:33.659" v="31" actId="1076"/>
        <pc:sldMkLst>
          <pc:docMk/>
          <pc:sldMk cId="187904320" sldId="271"/>
        </pc:sldMkLst>
      </pc:sldChg>
      <pc:sldChg chg="modSp">
        <pc:chgData name="Hwayda Hwayda Bashair (1049850)" userId="S::1049850@hr.nl::cfc65a82-fb1c-475e-92d7-ff76e90f0086" providerId="AD" clId="Web-{9B28D821-E689-A882-8C7B-D0A91A61FAFD}" dt="2025-03-07T11:45:41.389" v="18" actId="20577"/>
        <pc:sldMkLst>
          <pc:docMk/>
          <pc:sldMk cId="2830931085" sldId="273"/>
        </pc:sldMkLst>
      </pc:sldChg>
    </pc:docChg>
  </pc:docChgLst>
  <pc:docChgLst>
    <pc:chgData name="Hidde Gerritsen (1079142)" userId="bd1019e9-fe7d-45bb-8938-4a3398eba8be" providerId="ADAL" clId="{8CC75E13-8196-8C4A-BF1B-A4F40094192E}"/>
    <pc:docChg chg="undo custSel addSld delSld modSld addSection delSection modSection">
      <pc:chgData name="Hidde Gerritsen (1079142)" userId="bd1019e9-fe7d-45bb-8938-4a3398eba8be" providerId="ADAL" clId="{8CC75E13-8196-8C4A-BF1B-A4F40094192E}" dt="2025-03-27T09:26:16.158" v="454" actId="1076"/>
      <pc:docMkLst>
        <pc:docMk/>
      </pc:docMkLst>
      <pc:sldChg chg="modSp mod">
        <pc:chgData name="Hidde Gerritsen (1079142)" userId="bd1019e9-fe7d-45bb-8938-4a3398eba8be" providerId="ADAL" clId="{8CC75E13-8196-8C4A-BF1B-A4F40094192E}" dt="2025-03-24T09:10:28.546" v="165" actId="1076"/>
        <pc:sldMkLst>
          <pc:docMk/>
          <pc:sldMk cId="1448387869" sldId="264"/>
        </pc:sldMkLst>
      </pc:sldChg>
      <pc:sldChg chg="modSp mod">
        <pc:chgData name="Hidde Gerritsen (1079142)" userId="bd1019e9-fe7d-45bb-8938-4a3398eba8be" providerId="ADAL" clId="{8CC75E13-8196-8C4A-BF1B-A4F40094192E}" dt="2025-03-24T09:19:36.610" v="334" actId="1076"/>
        <pc:sldMkLst>
          <pc:docMk/>
          <pc:sldMk cId="462427109" sldId="267"/>
        </pc:sldMkLst>
      </pc:sldChg>
      <pc:sldChg chg="modSp mod">
        <pc:chgData name="Hidde Gerritsen (1079142)" userId="bd1019e9-fe7d-45bb-8938-4a3398eba8be" providerId="ADAL" clId="{8CC75E13-8196-8C4A-BF1B-A4F40094192E}" dt="2025-03-24T09:05:34.239" v="1" actId="1076"/>
        <pc:sldMkLst>
          <pc:docMk/>
          <pc:sldMk cId="3316613587" sldId="268"/>
        </pc:sldMkLst>
      </pc:sldChg>
      <pc:sldChg chg="modSp mod">
        <pc:chgData name="Hidde Gerritsen (1079142)" userId="bd1019e9-fe7d-45bb-8938-4a3398eba8be" providerId="ADAL" clId="{8CC75E13-8196-8C4A-BF1B-A4F40094192E}" dt="2025-03-24T09:15:43.480" v="310"/>
        <pc:sldMkLst>
          <pc:docMk/>
          <pc:sldMk cId="2830931085" sldId="273"/>
        </pc:sldMkLst>
      </pc:sldChg>
      <pc:sldChg chg="addSp delSp modSp del mod">
        <pc:chgData name="Hidde Gerritsen (1079142)" userId="bd1019e9-fe7d-45bb-8938-4a3398eba8be" providerId="ADAL" clId="{8CC75E13-8196-8C4A-BF1B-A4F40094192E}" dt="2025-03-24T09:10:39.176" v="166" actId="2696"/>
        <pc:sldMkLst>
          <pc:docMk/>
          <pc:sldMk cId="88598599" sldId="275"/>
        </pc:sldMkLst>
      </pc:sldChg>
      <pc:sldChg chg="addSp delSp modSp add mod">
        <pc:chgData name="Hidde Gerritsen (1079142)" userId="bd1019e9-fe7d-45bb-8938-4a3398eba8be" providerId="ADAL" clId="{8CC75E13-8196-8C4A-BF1B-A4F40094192E}" dt="2025-03-24T09:07:17.773" v="19" actId="20577"/>
        <pc:sldMkLst>
          <pc:docMk/>
          <pc:sldMk cId="2937471029" sldId="276"/>
        </pc:sldMkLst>
      </pc:sldChg>
      <pc:sldChg chg="addSp delSp modSp add mod">
        <pc:chgData name="Hidde Gerritsen (1079142)" userId="bd1019e9-fe7d-45bb-8938-4a3398eba8be" providerId="ADAL" clId="{8CC75E13-8196-8C4A-BF1B-A4F40094192E}" dt="2025-03-27T09:26:16.158" v="454" actId="1076"/>
        <pc:sldMkLst>
          <pc:docMk/>
          <pc:sldMk cId="3966701848" sldId="277"/>
        </pc:sldMkLst>
      </pc:sldChg>
      <pc:sldChg chg="addSp delSp modSp add del mod">
        <pc:chgData name="Hidde Gerritsen (1079142)" userId="bd1019e9-fe7d-45bb-8938-4a3398eba8be" providerId="ADAL" clId="{8CC75E13-8196-8C4A-BF1B-A4F40094192E}" dt="2025-03-24T09:26:30.103" v="382" actId="2696"/>
        <pc:sldMkLst>
          <pc:docMk/>
          <pc:sldMk cId="3073004988" sldId="278"/>
        </pc:sldMkLst>
      </pc:sldChg>
      <pc:sldChg chg="addSp delSp modSp add mod">
        <pc:chgData name="Hidde Gerritsen (1079142)" userId="bd1019e9-fe7d-45bb-8938-4a3398eba8be" providerId="ADAL" clId="{8CC75E13-8196-8C4A-BF1B-A4F40094192E}" dt="2025-03-24T09:26:45.944" v="452" actId="20577"/>
        <pc:sldMkLst>
          <pc:docMk/>
          <pc:sldMk cId="3888164645" sldId="279"/>
        </pc:sldMkLst>
      </pc:sldChg>
    </pc:docChg>
  </pc:docChgLst>
  <pc:docChgLst>
    <pc:chgData name="Mees van der Waal (1052159)" userId="S::1052159@hr.nl::f47bb1cd-9a7d-4d84-91da-2dc9c3e5f91c" providerId="AD" clId="Web-{C12A1CF8-AC2A-CBAC-FEBA-38712E87032C}"/>
    <pc:docChg chg="modSld">
      <pc:chgData name="Mees van der Waal (1052159)" userId="S::1052159@hr.nl::f47bb1cd-9a7d-4d84-91da-2dc9c3e5f91c" providerId="AD" clId="Web-{C12A1CF8-AC2A-CBAC-FEBA-38712E87032C}" dt="2025-02-17T08:39:39.573" v="5"/>
      <pc:docMkLst>
        <pc:docMk/>
      </pc:docMkLst>
      <pc:sldChg chg="modSp">
        <pc:chgData name="Mees van der Waal (1052159)" userId="S::1052159@hr.nl::f47bb1cd-9a7d-4d84-91da-2dc9c3e5f91c" providerId="AD" clId="Web-{C12A1CF8-AC2A-CBAC-FEBA-38712E87032C}" dt="2025-02-17T08:36:51.726" v="4" actId="20577"/>
        <pc:sldMkLst>
          <pc:docMk/>
          <pc:sldMk cId="1680564021" sldId="263"/>
        </pc:sldMkLst>
      </pc:sldChg>
      <pc:sldChg chg="modTransition">
        <pc:chgData name="Mees van der Waal (1052159)" userId="S::1052159@hr.nl::f47bb1cd-9a7d-4d84-91da-2dc9c3e5f91c" providerId="AD" clId="Web-{C12A1CF8-AC2A-CBAC-FEBA-38712E87032C}" dt="2025-02-17T08:39:39.573" v="5"/>
        <pc:sldMkLst>
          <pc:docMk/>
          <pc:sldMk cId="389105982" sldId="266"/>
        </pc:sldMkLst>
      </pc:sldChg>
    </pc:docChg>
  </pc:docChgLst>
  <pc:docChgLst>
    <pc:chgData name="Mees van der Waal (1052159)" userId="S::1052159@hr.nl::f47bb1cd-9a7d-4d84-91da-2dc9c3e5f91c" providerId="AD" clId="Web-{EC48A006-FD72-C34E-A1B4-4B5BBFF34D70}"/>
    <pc:docChg chg="addSld delSld modSld sldOrd">
      <pc:chgData name="Mees van der Waal (1052159)" userId="S::1052159@hr.nl::f47bb1cd-9a7d-4d84-91da-2dc9c3e5f91c" providerId="AD" clId="Web-{EC48A006-FD72-C34E-A1B4-4B5BBFF34D70}" dt="2025-04-10T11:18:27.957" v="171"/>
      <pc:docMkLst>
        <pc:docMk/>
      </pc:docMkLst>
      <pc:sldChg chg="ord">
        <pc:chgData name="Mees van der Waal (1052159)" userId="S::1052159@hr.nl::f47bb1cd-9a7d-4d84-91da-2dc9c3e5f91c" providerId="AD" clId="Web-{EC48A006-FD72-C34E-A1B4-4B5BBFF34D70}" dt="2025-04-10T10:25:21.187" v="3"/>
        <pc:sldMkLst>
          <pc:docMk/>
          <pc:sldMk cId="3881030924" sldId="260"/>
        </pc:sldMkLst>
      </pc:sldChg>
      <pc:sldChg chg="del">
        <pc:chgData name="Mees van der Waal (1052159)" userId="S::1052159@hr.nl::f47bb1cd-9a7d-4d84-91da-2dc9c3e5f91c" providerId="AD" clId="Web-{EC48A006-FD72-C34E-A1B4-4B5BBFF34D70}" dt="2025-04-10T11:15:40.529" v="124"/>
        <pc:sldMkLst>
          <pc:docMk/>
          <pc:sldMk cId="1448387869" sldId="264"/>
        </pc:sldMkLst>
      </pc:sldChg>
      <pc:sldChg chg="delSp modSp">
        <pc:chgData name="Mees van der Waal (1052159)" userId="S::1052159@hr.nl::f47bb1cd-9a7d-4d84-91da-2dc9c3e5f91c" providerId="AD" clId="Web-{EC48A006-FD72-C34E-A1B4-4B5BBFF34D70}" dt="2025-04-10T11:15:11.247" v="118" actId="20577"/>
        <pc:sldMkLst>
          <pc:docMk/>
          <pc:sldMk cId="462427109" sldId="267"/>
        </pc:sldMkLst>
      </pc:sldChg>
      <pc:sldChg chg="del">
        <pc:chgData name="Mees van der Waal (1052159)" userId="S::1052159@hr.nl::f47bb1cd-9a7d-4d84-91da-2dc9c3e5f91c" providerId="AD" clId="Web-{EC48A006-FD72-C34E-A1B4-4B5BBFF34D70}" dt="2025-04-10T11:15:35.076" v="119"/>
        <pc:sldMkLst>
          <pc:docMk/>
          <pc:sldMk cId="3316613587" sldId="268"/>
        </pc:sldMkLst>
      </pc:sldChg>
      <pc:sldChg chg="del">
        <pc:chgData name="Mees van der Waal (1052159)" userId="S::1052159@hr.nl::f47bb1cd-9a7d-4d84-91da-2dc9c3e5f91c" providerId="AD" clId="Web-{EC48A006-FD72-C34E-A1B4-4B5BBFF34D70}" dt="2025-04-10T11:15:38.638" v="121"/>
        <pc:sldMkLst>
          <pc:docMk/>
          <pc:sldMk cId="187904320" sldId="271"/>
        </pc:sldMkLst>
      </pc:sldChg>
      <pc:sldChg chg="modSp ord">
        <pc:chgData name="Mees van der Waal (1052159)" userId="S::1052159@hr.nl::f47bb1cd-9a7d-4d84-91da-2dc9c3e5f91c" providerId="AD" clId="Web-{EC48A006-FD72-C34E-A1B4-4B5BBFF34D70}" dt="2025-04-10T11:17:43.315" v="169"/>
        <pc:sldMkLst>
          <pc:docMk/>
          <pc:sldMk cId="1925568384" sldId="272"/>
        </pc:sldMkLst>
      </pc:sldChg>
      <pc:sldChg chg="del">
        <pc:chgData name="Mees van der Waal (1052159)" userId="S::1052159@hr.nl::f47bb1cd-9a7d-4d84-91da-2dc9c3e5f91c" providerId="AD" clId="Web-{EC48A006-FD72-C34E-A1B4-4B5BBFF34D70}" dt="2025-04-10T11:15:39.513" v="123"/>
        <pc:sldMkLst>
          <pc:docMk/>
          <pc:sldMk cId="2830931085" sldId="273"/>
        </pc:sldMkLst>
      </pc:sldChg>
      <pc:sldChg chg="del">
        <pc:chgData name="Mees van der Waal (1052159)" userId="S::1052159@hr.nl::f47bb1cd-9a7d-4d84-91da-2dc9c3e5f91c" providerId="AD" clId="Web-{EC48A006-FD72-C34E-A1B4-4B5BBFF34D70}" dt="2025-04-10T11:15:39.107" v="122"/>
        <pc:sldMkLst>
          <pc:docMk/>
          <pc:sldMk cId="3713448215" sldId="274"/>
        </pc:sldMkLst>
      </pc:sldChg>
      <pc:sldChg chg="del">
        <pc:chgData name="Mees van der Waal (1052159)" userId="S::1052159@hr.nl::f47bb1cd-9a7d-4d84-91da-2dc9c3e5f91c" providerId="AD" clId="Web-{EC48A006-FD72-C34E-A1B4-4B5BBFF34D70}" dt="2025-04-10T11:15:36.591" v="120"/>
        <pc:sldMkLst>
          <pc:docMk/>
          <pc:sldMk cId="2937471029" sldId="276"/>
        </pc:sldMkLst>
      </pc:sldChg>
      <pc:sldChg chg="del">
        <pc:chgData name="Mees van der Waal (1052159)" userId="S::1052159@hr.nl::f47bb1cd-9a7d-4d84-91da-2dc9c3e5f91c" providerId="AD" clId="Web-{EC48A006-FD72-C34E-A1B4-4B5BBFF34D70}" dt="2025-04-10T11:15:41.435" v="125"/>
        <pc:sldMkLst>
          <pc:docMk/>
          <pc:sldMk cId="3966701848" sldId="277"/>
        </pc:sldMkLst>
      </pc:sldChg>
      <pc:sldChg chg="del">
        <pc:chgData name="Mees van der Waal (1052159)" userId="S::1052159@hr.nl::f47bb1cd-9a7d-4d84-91da-2dc9c3e5f91c" providerId="AD" clId="Web-{EC48A006-FD72-C34E-A1B4-4B5BBFF34D70}" dt="2025-04-10T11:15:42.591" v="126"/>
        <pc:sldMkLst>
          <pc:docMk/>
          <pc:sldMk cId="3888164645" sldId="279"/>
        </pc:sldMkLst>
      </pc:sldChg>
      <pc:sldChg chg="ord">
        <pc:chgData name="Mees van der Waal (1052159)" userId="S::1052159@hr.nl::f47bb1cd-9a7d-4d84-91da-2dc9c3e5f91c" providerId="AD" clId="Web-{EC48A006-FD72-C34E-A1B4-4B5BBFF34D70}" dt="2025-04-10T11:18:21.301" v="170"/>
        <pc:sldMkLst>
          <pc:docMk/>
          <pc:sldMk cId="4235356673" sldId="281"/>
        </pc:sldMkLst>
      </pc:sldChg>
      <pc:sldChg chg="addSp modSp new modTransition">
        <pc:chgData name="Mees van der Waal (1052159)" userId="S::1052159@hr.nl::f47bb1cd-9a7d-4d84-91da-2dc9c3e5f91c" providerId="AD" clId="Web-{EC48A006-FD72-C34E-A1B4-4B5BBFF34D70}" dt="2025-04-10T10:47:22.464" v="107" actId="20577"/>
        <pc:sldMkLst>
          <pc:docMk/>
          <pc:sldMk cId="1341600272" sldId="282"/>
        </pc:sldMkLst>
        <pc:spChg chg="mod">
          <ac:chgData name="Mees van der Waal (1052159)" userId="S::1052159@hr.nl::f47bb1cd-9a7d-4d84-91da-2dc9c3e5f91c" providerId="AD" clId="Web-{EC48A006-FD72-C34E-A1B4-4B5BBFF34D70}" dt="2025-04-10T10:41:58.423" v="23" actId="20577"/>
          <ac:spMkLst>
            <pc:docMk/>
            <pc:sldMk cId="1341600272" sldId="282"/>
            <ac:spMk id="2" creationId="{670960B1-EECC-03DF-E980-C245742D5D5B}"/>
          </ac:spMkLst>
        </pc:spChg>
        <pc:spChg chg="mod">
          <ac:chgData name="Mees van der Waal (1052159)" userId="S::1052159@hr.nl::f47bb1cd-9a7d-4d84-91da-2dc9c3e5f91c" providerId="AD" clId="Web-{EC48A006-FD72-C34E-A1B4-4B5BBFF34D70}" dt="2025-04-10T10:47:22.464" v="107" actId="20577"/>
          <ac:spMkLst>
            <pc:docMk/>
            <pc:sldMk cId="1341600272" sldId="282"/>
            <ac:spMk id="3" creationId="{F1622498-20F7-6670-F24C-BCD8A6D5CB60}"/>
          </ac:spMkLst>
        </pc:spChg>
        <pc:picChg chg="add">
          <ac:chgData name="Mees van der Waal (1052159)" userId="S::1052159@hr.nl::f47bb1cd-9a7d-4d84-91da-2dc9c3e5f91c" providerId="AD" clId="Web-{EC48A006-FD72-C34E-A1B4-4B5BBFF34D70}" dt="2025-04-10T10:45:51.821" v="94"/>
          <ac:picMkLst>
            <pc:docMk/>
            <pc:sldMk cId="1341600272" sldId="282"/>
            <ac:picMk id="5" creationId="{DF51359C-97F5-AEDD-BEB9-A6DC4C417B0E}"/>
          </ac:picMkLst>
        </pc:picChg>
      </pc:sldChg>
      <pc:sldChg chg="del">
        <pc:chgData name="Mees van der Waal (1052159)" userId="S::1052159@hr.nl::f47bb1cd-9a7d-4d84-91da-2dc9c3e5f91c" providerId="AD" clId="Web-{EC48A006-FD72-C34E-A1B4-4B5BBFF34D70}" dt="2025-04-10T10:41:49.282" v="5"/>
        <pc:sldMkLst>
          <pc:docMk/>
          <pc:sldMk cId="2588948743" sldId="283"/>
        </pc:sldMkLst>
      </pc:sldChg>
      <pc:sldChg chg="del">
        <pc:chgData name="Mees van der Waal (1052159)" userId="S::1052159@hr.nl::f47bb1cd-9a7d-4d84-91da-2dc9c3e5f91c" providerId="AD" clId="Web-{EC48A006-FD72-C34E-A1B4-4B5BBFF34D70}" dt="2025-04-10T11:18:27.957" v="171"/>
        <pc:sldMkLst>
          <pc:docMk/>
          <pc:sldMk cId="3980095435" sldId="284"/>
        </pc:sldMkLst>
      </pc:sldChg>
      <pc:sldChg chg="modSp new ord">
        <pc:chgData name="Mees van der Waal (1052159)" userId="S::1052159@hr.nl::f47bb1cd-9a7d-4d84-91da-2dc9c3e5f91c" providerId="AD" clId="Web-{EC48A006-FD72-C34E-A1B4-4B5BBFF34D70}" dt="2025-04-10T11:17:43.315" v="168"/>
        <pc:sldMkLst>
          <pc:docMk/>
          <pc:sldMk cId="2421672567" sldId="285"/>
        </pc:sldMkLst>
      </pc:sldChg>
    </pc:docChg>
  </pc:docChgLst>
  <pc:docChgLst>
    <pc:chgData name="Mees van der Waal (1052159)" userId="S::1052159@hr.nl::f47bb1cd-9a7d-4d84-91da-2dc9c3e5f91c" providerId="AD" clId="Web-{1115F052-6E3E-806C-DAF4-DD1A4338EB32}"/>
    <pc:docChg chg="addSld modSld">
      <pc:chgData name="Mees van der Waal (1052159)" userId="S::1052159@hr.nl::f47bb1cd-9a7d-4d84-91da-2dc9c3e5f91c" providerId="AD" clId="Web-{1115F052-6E3E-806C-DAF4-DD1A4338EB32}" dt="2025-02-14T14:37:01.986" v="111" actId="20577"/>
      <pc:docMkLst>
        <pc:docMk/>
      </pc:docMkLst>
      <pc:sldChg chg="addSp modSp new mod setBg">
        <pc:chgData name="Mees van der Waal (1052159)" userId="S::1052159@hr.nl::f47bb1cd-9a7d-4d84-91da-2dc9c3e5f91c" providerId="AD" clId="Web-{1115F052-6E3E-806C-DAF4-DD1A4338EB32}" dt="2025-02-14T14:37:01.986" v="111" actId="20577"/>
        <pc:sldMkLst>
          <pc:docMk/>
          <pc:sldMk cId="4273982498" sldId="261"/>
        </pc:sldMkLst>
      </pc:sldChg>
    </pc:docChg>
  </pc:docChgLst>
  <pc:docChgLst>
    <pc:chgData name="Hwayda Hwayda Bashair (1049850)" userId="S::1049850@hr.nl::cfc65a82-fb1c-475e-92d7-ff76e90f0086" providerId="AD" clId="Web-{3EF45F4D-DC4D-8620-F645-7D8AF43EBE8C}"/>
    <pc:docChg chg="addSld modSld sldOrd">
      <pc:chgData name="Hwayda Hwayda Bashair (1049850)" userId="S::1049850@hr.nl::cfc65a82-fb1c-475e-92d7-ff76e90f0086" providerId="AD" clId="Web-{3EF45F4D-DC4D-8620-F645-7D8AF43EBE8C}" dt="2025-02-14T14:48:04.844" v="367" actId="20577"/>
      <pc:docMkLst>
        <pc:docMk/>
      </pc:docMkLst>
      <pc:sldChg chg="ord">
        <pc:chgData name="Hwayda Hwayda Bashair (1049850)" userId="S::1049850@hr.nl::cfc65a82-fb1c-475e-92d7-ff76e90f0086" providerId="AD" clId="Web-{3EF45F4D-DC4D-8620-F645-7D8AF43EBE8C}" dt="2025-02-14T14:28:47.509" v="35"/>
        <pc:sldMkLst>
          <pc:docMk/>
          <pc:sldMk cId="3509801291" sldId="257"/>
        </pc:sldMkLst>
      </pc:sldChg>
      <pc:sldChg chg="modSp new">
        <pc:chgData name="Hwayda Hwayda Bashair (1049850)" userId="S::1049850@hr.nl::cfc65a82-fb1c-475e-92d7-ff76e90f0086" providerId="AD" clId="Web-{3EF45F4D-DC4D-8620-F645-7D8AF43EBE8C}" dt="2025-02-14T14:27:51.257" v="13" actId="20577"/>
        <pc:sldMkLst>
          <pc:docMk/>
          <pc:sldMk cId="2149049465" sldId="258"/>
        </pc:sldMkLst>
      </pc:sldChg>
      <pc:sldChg chg="modSp new">
        <pc:chgData name="Hwayda Hwayda Bashair (1049850)" userId="S::1049850@hr.nl::cfc65a82-fb1c-475e-92d7-ff76e90f0086" providerId="AD" clId="Web-{3EF45F4D-DC4D-8620-F645-7D8AF43EBE8C}" dt="2025-02-14T14:28:13.836" v="27" actId="20577"/>
        <pc:sldMkLst>
          <pc:docMk/>
          <pc:sldMk cId="4239546310" sldId="259"/>
        </pc:sldMkLst>
      </pc:sldChg>
      <pc:sldChg chg="modSp new">
        <pc:chgData name="Hwayda Hwayda Bashair (1049850)" userId="S::1049850@hr.nl::cfc65a82-fb1c-475e-92d7-ff76e90f0086" providerId="AD" clId="Web-{3EF45F4D-DC4D-8620-F645-7D8AF43EBE8C}" dt="2025-02-14T14:44:09.649" v="304" actId="20577"/>
        <pc:sldMkLst>
          <pc:docMk/>
          <pc:sldMk cId="3881030924" sldId="260"/>
        </pc:sldMkLst>
      </pc:sldChg>
      <pc:sldChg chg="modSp">
        <pc:chgData name="Hwayda Hwayda Bashair (1049850)" userId="S::1049850@hr.nl::cfc65a82-fb1c-475e-92d7-ff76e90f0086" providerId="AD" clId="Web-{3EF45F4D-DC4D-8620-F645-7D8AF43EBE8C}" dt="2025-02-14T14:35:46.929" v="101" actId="20577"/>
        <pc:sldMkLst>
          <pc:docMk/>
          <pc:sldMk cId="4273982498" sldId="261"/>
        </pc:sldMkLst>
      </pc:sldChg>
      <pc:sldChg chg="modSp new ord">
        <pc:chgData name="Hwayda Hwayda Bashair (1049850)" userId="S::1049850@hr.nl::cfc65a82-fb1c-475e-92d7-ff76e90f0086" providerId="AD" clId="Web-{3EF45F4D-DC4D-8620-F645-7D8AF43EBE8C}" dt="2025-02-14T14:39:41.015" v="159" actId="20577"/>
        <pc:sldMkLst>
          <pc:docMk/>
          <pc:sldMk cId="1125819257" sldId="262"/>
        </pc:sldMkLst>
      </pc:sldChg>
      <pc:sldChg chg="modSp new ord">
        <pc:chgData name="Hwayda Hwayda Bashair (1049850)" userId="S::1049850@hr.nl::cfc65a82-fb1c-475e-92d7-ff76e90f0086" providerId="AD" clId="Web-{3EF45F4D-DC4D-8620-F645-7D8AF43EBE8C}" dt="2025-02-14T14:48:04.844" v="367" actId="20577"/>
        <pc:sldMkLst>
          <pc:docMk/>
          <pc:sldMk cId="1680564021" sldId="263"/>
        </pc:sldMkLst>
      </pc:sldChg>
      <pc:sldChg chg="modSp">
        <pc:chgData name="Hwayda Hwayda Bashair (1049850)" userId="S::1049850@hr.nl::cfc65a82-fb1c-475e-92d7-ff76e90f0086" providerId="AD" clId="Web-{3EF45F4D-DC4D-8620-F645-7D8AF43EBE8C}" dt="2025-02-14T14:43:57.258" v="286" actId="20577"/>
        <pc:sldMkLst>
          <pc:docMk/>
          <pc:sldMk cId="1448387869" sldId="264"/>
        </pc:sldMkLst>
      </pc:sldChg>
      <pc:sldChg chg="modSp new ord">
        <pc:chgData name="Hwayda Hwayda Bashair (1049850)" userId="S::1049850@hr.nl::cfc65a82-fb1c-475e-92d7-ff76e90f0086" providerId="AD" clId="Web-{3EF45F4D-DC4D-8620-F645-7D8AF43EBE8C}" dt="2025-02-14T14:44:36.072" v="347" actId="20577"/>
        <pc:sldMkLst>
          <pc:docMk/>
          <pc:sldMk cId="630579946" sldId="265"/>
        </pc:sldMkLst>
      </pc:sldChg>
    </pc:docChg>
  </pc:docChgLst>
  <pc:docChgLst>
    <pc:chgData name="Hwayda Hwayda Bashair (1049850)" userId="S::1049850@hr.nl::cfc65a82-fb1c-475e-92d7-ff76e90f0086" providerId="AD" clId="Web-{E74F3F12-4418-8F47-3A5B-AE3DFBB0739E}"/>
    <pc:docChg chg="modSld sldOrd">
      <pc:chgData name="Hwayda Hwayda Bashair (1049850)" userId="S::1049850@hr.nl::cfc65a82-fb1c-475e-92d7-ff76e90f0086" providerId="AD" clId="Web-{E74F3F12-4418-8F47-3A5B-AE3DFBB0739E}" dt="2025-02-17T09:19:37.202" v="16" actId="20577"/>
      <pc:docMkLst>
        <pc:docMk/>
      </pc:docMkLst>
      <pc:sldChg chg="modSp">
        <pc:chgData name="Hwayda Hwayda Bashair (1049850)" userId="S::1049850@hr.nl::cfc65a82-fb1c-475e-92d7-ff76e90f0086" providerId="AD" clId="Web-{E74F3F12-4418-8F47-3A5B-AE3DFBB0739E}" dt="2025-02-17T09:19:37.202" v="16" actId="20577"/>
        <pc:sldMkLst>
          <pc:docMk/>
          <pc:sldMk cId="1680564021" sldId="263"/>
        </pc:sldMkLst>
      </pc:sldChg>
      <pc:sldChg chg="ord">
        <pc:chgData name="Hwayda Hwayda Bashair (1049850)" userId="S::1049850@hr.nl::cfc65a82-fb1c-475e-92d7-ff76e90f0086" providerId="AD" clId="Web-{E74F3F12-4418-8F47-3A5B-AE3DFBB0739E}" dt="2025-02-17T09:19:12.044" v="1"/>
        <pc:sldMkLst>
          <pc:docMk/>
          <pc:sldMk cId="389105982" sldId="266"/>
        </pc:sldMkLst>
      </pc:sldChg>
    </pc:docChg>
  </pc:docChgLst>
  <pc:docChgLst>
    <pc:chgData name="Hidde Gerritsen (1079142)" userId="bd1019e9-fe7d-45bb-8938-4a3398eba8be" providerId="ADAL" clId="{0807FE86-23E6-454B-A825-E6C6C7C15B32}"/>
    <pc:docChg chg="undo custSel addSld delSld modSld sldOrd">
      <pc:chgData name="Hidde Gerritsen (1079142)" userId="bd1019e9-fe7d-45bb-8938-4a3398eba8be" providerId="ADAL" clId="{0807FE86-23E6-454B-A825-E6C6C7C15B32}" dt="2025-04-11T12:29:15.485" v="1233" actId="20577"/>
      <pc:docMkLst>
        <pc:docMk/>
      </pc:docMkLst>
      <pc:sldChg chg="modSp mod">
        <pc:chgData name="Hidde Gerritsen (1079142)" userId="bd1019e9-fe7d-45bb-8938-4a3398eba8be" providerId="ADAL" clId="{0807FE86-23E6-454B-A825-E6C6C7C15B32}" dt="2025-04-11T12:29:15.485" v="1233" actId="20577"/>
        <pc:sldMkLst>
          <pc:docMk/>
          <pc:sldMk cId="3881030924" sldId="260"/>
        </pc:sldMkLst>
      </pc:sldChg>
      <pc:sldChg chg="addSp delSp modSp mod">
        <pc:chgData name="Hidde Gerritsen (1079142)" userId="bd1019e9-fe7d-45bb-8938-4a3398eba8be" providerId="ADAL" clId="{0807FE86-23E6-454B-A825-E6C6C7C15B32}" dt="2025-04-10T11:22:24.596" v="723" actId="1076"/>
        <pc:sldMkLst>
          <pc:docMk/>
          <pc:sldMk cId="462427109" sldId="267"/>
        </pc:sldMkLst>
      </pc:sldChg>
      <pc:sldChg chg="del">
        <pc:chgData name="Hidde Gerritsen (1079142)" userId="bd1019e9-fe7d-45bb-8938-4a3398eba8be" providerId="ADAL" clId="{0807FE86-23E6-454B-A825-E6C6C7C15B32}" dt="2025-04-10T11:19:57.330" v="679" actId="2696"/>
        <pc:sldMkLst>
          <pc:docMk/>
          <pc:sldMk cId="1925568384" sldId="272"/>
        </pc:sldMkLst>
      </pc:sldChg>
      <pc:sldChg chg="modSp add mod">
        <pc:chgData name="Hidde Gerritsen (1079142)" userId="bd1019e9-fe7d-45bb-8938-4a3398eba8be" providerId="ADAL" clId="{0807FE86-23E6-454B-A825-E6C6C7C15B32}" dt="2025-04-11T12:28:53.428" v="1229" actId="20577"/>
        <pc:sldMkLst>
          <pc:docMk/>
          <pc:sldMk cId="723969862" sldId="280"/>
        </pc:sldMkLst>
      </pc:sldChg>
      <pc:sldChg chg="addSp delSp modSp add mod ord">
        <pc:chgData name="Hidde Gerritsen (1079142)" userId="bd1019e9-fe7d-45bb-8938-4a3398eba8be" providerId="ADAL" clId="{0807FE86-23E6-454B-A825-E6C6C7C15B32}" dt="2025-04-11T09:28:10.962" v="867" actId="1076"/>
        <pc:sldMkLst>
          <pc:docMk/>
          <pc:sldMk cId="4235356673" sldId="281"/>
        </pc:sldMkLst>
      </pc:sldChg>
      <pc:sldChg chg="modSp mod">
        <pc:chgData name="Hidde Gerritsen (1079142)" userId="bd1019e9-fe7d-45bb-8938-4a3398eba8be" providerId="ADAL" clId="{0807FE86-23E6-454B-A825-E6C6C7C15B32}" dt="2025-04-11T10:05:14.510" v="1222" actId="20577"/>
        <pc:sldMkLst>
          <pc:docMk/>
          <pc:sldMk cId="1341600272" sldId="282"/>
        </pc:sldMkLst>
        <pc:spChg chg="mod">
          <ac:chgData name="Hidde Gerritsen (1079142)" userId="bd1019e9-fe7d-45bb-8938-4a3398eba8be" providerId="ADAL" clId="{0807FE86-23E6-454B-A825-E6C6C7C15B32}" dt="2025-04-11T10:05:14.510" v="1222" actId="20577"/>
          <ac:spMkLst>
            <pc:docMk/>
            <pc:sldMk cId="1341600272" sldId="282"/>
            <ac:spMk id="3" creationId="{F1622498-20F7-6670-F24C-BCD8A6D5CB60}"/>
          </ac:spMkLst>
        </pc:spChg>
      </pc:sldChg>
      <pc:sldChg chg="addSp delSp modSp add del mod ord setBg">
        <pc:chgData name="Hidde Gerritsen (1079142)" userId="bd1019e9-fe7d-45bb-8938-4a3398eba8be" providerId="ADAL" clId="{0807FE86-23E6-454B-A825-E6C6C7C15B32}" dt="2025-04-11T09:28:05.341" v="866" actId="2696"/>
        <pc:sldMkLst>
          <pc:docMk/>
          <pc:sldMk cId="1678497714" sldId="283"/>
        </pc:sldMkLst>
      </pc:sldChg>
      <pc:sldChg chg="add">
        <pc:chgData name="Hidde Gerritsen (1079142)" userId="bd1019e9-fe7d-45bb-8938-4a3398eba8be" providerId="ADAL" clId="{0807FE86-23E6-454B-A825-E6C6C7C15B32}" dt="2025-04-10T10:41:38.956" v="201" actId="2890"/>
        <pc:sldMkLst>
          <pc:docMk/>
          <pc:sldMk cId="2588948743" sldId="283"/>
        </pc:sldMkLst>
      </pc:sldChg>
      <pc:sldChg chg="delSp add mod">
        <pc:chgData name="Hidde Gerritsen (1079142)" userId="bd1019e9-fe7d-45bb-8938-4a3398eba8be" providerId="ADAL" clId="{0807FE86-23E6-454B-A825-E6C6C7C15B32}" dt="2025-04-10T11:11:18.488" v="655" actId="478"/>
        <pc:sldMkLst>
          <pc:docMk/>
          <pc:sldMk cId="3980095435" sldId="284"/>
        </pc:sldMkLst>
      </pc:sldChg>
      <pc:sldChg chg="addSp delSp modSp add mod setBg setClrOvrMap">
        <pc:chgData name="Hidde Gerritsen (1079142)" userId="bd1019e9-fe7d-45bb-8938-4a3398eba8be" providerId="ADAL" clId="{0807FE86-23E6-454B-A825-E6C6C7C15B32}" dt="2025-04-10T11:21:17.566" v="710" actId="20577"/>
        <pc:sldMkLst>
          <pc:docMk/>
          <pc:sldMk cId="2155187702" sldId="286"/>
        </pc:sldMkLst>
      </pc:sldChg>
      <pc:sldChg chg="addSp delSp modSp add del mod">
        <pc:chgData name="Hidde Gerritsen (1079142)" userId="bd1019e9-fe7d-45bb-8938-4a3398eba8be" providerId="ADAL" clId="{0807FE86-23E6-454B-A825-E6C6C7C15B32}" dt="2025-04-11T09:49:53.201" v="1114" actId="2696"/>
        <pc:sldMkLst>
          <pc:docMk/>
          <pc:sldMk cId="2462776191" sldId="287"/>
        </pc:sldMkLst>
      </pc:sldChg>
      <pc:sldChg chg="add del">
        <pc:chgData name="Hidde Gerritsen (1079142)" userId="bd1019e9-fe7d-45bb-8938-4a3398eba8be" providerId="ADAL" clId="{0807FE86-23E6-454B-A825-E6C6C7C15B32}" dt="2025-04-10T11:22:28.512" v="724" actId="2696"/>
        <pc:sldMkLst>
          <pc:docMk/>
          <pc:sldMk cId="4169359090" sldId="287"/>
        </pc:sldMkLst>
      </pc:sldChg>
      <pc:sldChg chg="modSp add mod">
        <pc:chgData name="Hidde Gerritsen (1079142)" userId="bd1019e9-fe7d-45bb-8938-4a3398eba8be" providerId="ADAL" clId="{0807FE86-23E6-454B-A825-E6C6C7C15B32}" dt="2025-04-11T09:27:49.860" v="865" actId="1076"/>
        <pc:sldMkLst>
          <pc:docMk/>
          <pc:sldMk cId="487924892" sldId="288"/>
        </pc:sldMkLst>
        <pc:spChg chg="mod">
          <ac:chgData name="Hidde Gerritsen (1079142)" userId="bd1019e9-fe7d-45bb-8938-4a3398eba8be" providerId="ADAL" clId="{0807FE86-23E6-454B-A825-E6C6C7C15B32}" dt="2025-04-11T09:26:49.782" v="839" actId="20577"/>
          <ac:spMkLst>
            <pc:docMk/>
            <pc:sldMk cId="487924892" sldId="288"/>
            <ac:spMk id="2" creationId="{D1C7AAB8-5076-DECC-1928-911771ABD3A9}"/>
          </ac:spMkLst>
        </pc:spChg>
        <pc:spChg chg="mod">
          <ac:chgData name="Hidde Gerritsen (1079142)" userId="bd1019e9-fe7d-45bb-8938-4a3398eba8be" providerId="ADAL" clId="{0807FE86-23E6-454B-A825-E6C6C7C15B32}" dt="2025-04-11T09:27:49.860" v="865" actId="1076"/>
          <ac:spMkLst>
            <pc:docMk/>
            <pc:sldMk cId="487924892" sldId="288"/>
            <ac:spMk id="3" creationId="{9D5EE233-34D7-EDA1-0EE8-BF259914A303}"/>
          </ac:spMkLst>
        </pc:spChg>
      </pc:sldChg>
      <pc:sldChg chg="addSp delSp modSp new mod">
        <pc:chgData name="Hidde Gerritsen (1079142)" userId="bd1019e9-fe7d-45bb-8938-4a3398eba8be" providerId="ADAL" clId="{0807FE86-23E6-454B-A825-E6C6C7C15B32}" dt="2025-04-11T09:49:00.162" v="1113" actId="2085"/>
        <pc:sldMkLst>
          <pc:docMk/>
          <pc:sldMk cId="2757928820" sldId="289"/>
        </pc:sldMkLst>
      </pc:sldChg>
      <pc:sldChg chg="addSp delSp modSp add del mod">
        <pc:chgData name="Hidde Gerritsen (1079142)" userId="bd1019e9-fe7d-45bb-8938-4a3398eba8be" providerId="ADAL" clId="{0807FE86-23E6-454B-A825-E6C6C7C15B32}" dt="2025-04-11T09:46:17.698" v="1047" actId="2696"/>
        <pc:sldMkLst>
          <pc:docMk/>
          <pc:sldMk cId="3310498498" sldId="290"/>
        </pc:sldMkLst>
      </pc:sldChg>
    </pc:docChg>
  </pc:docChgLst>
  <pc:docChgLst>
    <pc:chgData name="Mees van der Waal (1052159)" userId="S::1052159@hr.nl::f47bb1cd-9a7d-4d84-91da-2dc9c3e5f91c" providerId="AD" clId="Web-{3BC2FEB3-5FE6-D2B0-83EF-43D3F212C5F8}"/>
    <pc:docChg chg="modSld">
      <pc:chgData name="Mees van der Waal (1052159)" userId="S::1052159@hr.nl::f47bb1cd-9a7d-4d84-91da-2dc9c3e5f91c" providerId="AD" clId="Web-{3BC2FEB3-5FE6-D2B0-83EF-43D3F212C5F8}" dt="2025-03-21T11:11:31.438" v="104" actId="20577"/>
      <pc:docMkLst>
        <pc:docMk/>
      </pc:docMkLst>
      <pc:sldChg chg="addSp delSp modSp">
        <pc:chgData name="Mees van der Waal (1052159)" userId="S::1052159@hr.nl::f47bb1cd-9a7d-4d84-91da-2dc9c3e5f91c" providerId="AD" clId="Web-{3BC2FEB3-5FE6-D2B0-83EF-43D3F212C5F8}" dt="2025-03-21T11:03:11.908" v="29"/>
        <pc:sldMkLst>
          <pc:docMk/>
          <pc:sldMk cId="1448387869" sldId="264"/>
        </pc:sldMkLst>
      </pc:sldChg>
      <pc:sldChg chg="addSp delSp modSp">
        <pc:chgData name="Mees van der Waal (1052159)" userId="S::1052159@hr.nl::f47bb1cd-9a7d-4d84-91da-2dc9c3e5f91c" providerId="AD" clId="Web-{3BC2FEB3-5FE6-D2B0-83EF-43D3F212C5F8}" dt="2025-03-21T11:11:15.782" v="87" actId="20577"/>
        <pc:sldMkLst>
          <pc:docMk/>
          <pc:sldMk cId="462427109" sldId="267"/>
        </pc:sldMkLst>
      </pc:sldChg>
      <pc:sldChg chg="delSp modSp">
        <pc:chgData name="Mees van der Waal (1052159)" userId="S::1052159@hr.nl::f47bb1cd-9a7d-4d84-91da-2dc9c3e5f91c" providerId="AD" clId="Web-{3BC2FEB3-5FE6-D2B0-83EF-43D3F212C5F8}" dt="2025-03-21T11:02:33.079" v="3" actId="20577"/>
        <pc:sldMkLst>
          <pc:docMk/>
          <pc:sldMk cId="3316613587" sldId="268"/>
        </pc:sldMkLst>
      </pc:sldChg>
      <pc:sldChg chg="addSp delSp modSp">
        <pc:chgData name="Mees van der Waal (1052159)" userId="S::1052159@hr.nl::f47bb1cd-9a7d-4d84-91da-2dc9c3e5f91c" providerId="AD" clId="Web-{3BC2FEB3-5FE6-D2B0-83EF-43D3F212C5F8}" dt="2025-03-21T11:03:11.049" v="27"/>
        <pc:sldMkLst>
          <pc:docMk/>
          <pc:sldMk cId="235373548" sldId="269"/>
        </pc:sldMkLst>
      </pc:sldChg>
      <pc:sldChg chg="addSp delSp modSp">
        <pc:chgData name="Mees van der Waal (1052159)" userId="S::1052159@hr.nl::f47bb1cd-9a7d-4d84-91da-2dc9c3e5f91c" providerId="AD" clId="Web-{3BC2FEB3-5FE6-D2B0-83EF-43D3F212C5F8}" dt="2025-03-21T11:03:10.299" v="24"/>
        <pc:sldMkLst>
          <pc:docMk/>
          <pc:sldMk cId="3847829345" sldId="270"/>
        </pc:sldMkLst>
      </pc:sldChg>
      <pc:sldChg chg="addSp delSp modSp mod setBg setClrOvrMap">
        <pc:chgData name="Mees van der Waal (1052159)" userId="S::1052159@hr.nl::f47bb1cd-9a7d-4d84-91da-2dc9c3e5f91c" providerId="AD" clId="Web-{3BC2FEB3-5FE6-D2B0-83EF-43D3F212C5F8}" dt="2025-03-21T11:05:37.116" v="55"/>
        <pc:sldMkLst>
          <pc:docMk/>
          <pc:sldMk cId="187904320" sldId="271"/>
        </pc:sldMkLst>
      </pc:sldChg>
      <pc:sldChg chg="addSp delSp modSp">
        <pc:chgData name="Mees van der Waal (1052159)" userId="S::1052159@hr.nl::f47bb1cd-9a7d-4d84-91da-2dc9c3e5f91c" providerId="AD" clId="Web-{3BC2FEB3-5FE6-D2B0-83EF-43D3F212C5F8}" dt="2025-03-21T11:11:31.438" v="104" actId="20577"/>
        <pc:sldMkLst>
          <pc:docMk/>
          <pc:sldMk cId="1925568384" sldId="272"/>
        </pc:sldMkLst>
      </pc:sldChg>
      <pc:sldChg chg="addSp delSp modSp mod setBg">
        <pc:chgData name="Mees van der Waal (1052159)" userId="S::1052159@hr.nl::f47bb1cd-9a7d-4d84-91da-2dc9c3e5f91c" providerId="AD" clId="Web-{3BC2FEB3-5FE6-D2B0-83EF-43D3F212C5F8}" dt="2025-03-21T11:06:30.023" v="60"/>
        <pc:sldMkLst>
          <pc:docMk/>
          <pc:sldMk cId="2830931085" sldId="273"/>
        </pc:sldMkLst>
      </pc:sldChg>
    </pc:docChg>
  </pc:docChgLst>
  <pc:docChgLst>
    <pc:chgData name="Hidde Gerritsen (1079142)" userId="bd1019e9-fe7d-45bb-8938-4a3398eba8be" providerId="ADAL" clId="{B0FFF637-C5B1-7D4B-B695-E69B18FBD963}"/>
    <pc:docChg chg="undo custSel addSld delSld modSld sldOrd modMainMaster modShowInfo">
      <pc:chgData name="Hidde Gerritsen (1079142)" userId="bd1019e9-fe7d-45bb-8938-4a3398eba8be" providerId="ADAL" clId="{B0FFF637-C5B1-7D4B-B695-E69B18FBD963}" dt="2025-06-06T12:24:49.423" v="4184"/>
      <pc:docMkLst>
        <pc:docMk/>
      </pc:docMkLst>
      <pc:sldChg chg="addSp modSp mod modTransition modNotesTx">
        <pc:chgData name="Hidde Gerritsen (1079142)" userId="bd1019e9-fe7d-45bb-8938-4a3398eba8be" providerId="ADAL" clId="{B0FFF637-C5B1-7D4B-B695-E69B18FBD963}" dt="2025-06-06T12:24:49.423" v="4184"/>
        <pc:sldMkLst>
          <pc:docMk/>
          <pc:sldMk cId="1690403054" sldId="256"/>
        </pc:sldMkLst>
        <pc:spChg chg="mod">
          <ac:chgData name="Hidde Gerritsen (1079142)" userId="bd1019e9-fe7d-45bb-8938-4a3398eba8be" providerId="ADAL" clId="{B0FFF637-C5B1-7D4B-B695-E69B18FBD963}" dt="2025-06-06T10:18:31.174" v="1401" actId="1076"/>
          <ac:spMkLst>
            <pc:docMk/>
            <pc:sldMk cId="1690403054" sldId="256"/>
            <ac:spMk id="2" creationId="{BD11A180-1B4D-CB6A-5434-6D0C37552A9E}"/>
          </ac:spMkLst>
        </pc:spChg>
        <pc:spChg chg="mod">
          <ac:chgData name="Hidde Gerritsen (1079142)" userId="bd1019e9-fe7d-45bb-8938-4a3398eba8be" providerId="ADAL" clId="{B0FFF637-C5B1-7D4B-B695-E69B18FBD963}" dt="2025-06-06T10:18:29.033" v="1400" actId="1076"/>
          <ac:spMkLst>
            <pc:docMk/>
            <pc:sldMk cId="1690403054" sldId="256"/>
            <ac:spMk id="3" creationId="{62EAAEE3-47DC-DA15-A9E4-80D9C1EA9738}"/>
          </ac:spMkLst>
        </pc:spChg>
        <pc:picChg chg="add mod">
          <ac:chgData name="Hidde Gerritsen (1079142)" userId="bd1019e9-fe7d-45bb-8938-4a3398eba8be" providerId="ADAL" clId="{B0FFF637-C5B1-7D4B-B695-E69B18FBD963}" dt="2025-06-06T12:24:49.423" v="4184"/>
          <ac:picMkLst>
            <pc:docMk/>
            <pc:sldMk cId="1690403054" sldId="256"/>
            <ac:picMk id="6" creationId="{197011D7-53BC-E267-E955-2F1EDC7372C4}"/>
          </ac:picMkLst>
        </pc:picChg>
        <pc:picChg chg="mod">
          <ac:chgData name="Hidde Gerritsen (1079142)" userId="bd1019e9-fe7d-45bb-8938-4a3398eba8be" providerId="ADAL" clId="{B0FFF637-C5B1-7D4B-B695-E69B18FBD963}" dt="2025-06-06T10:18:27.194" v="1399" actId="1076"/>
          <ac:picMkLst>
            <pc:docMk/>
            <pc:sldMk cId="1690403054" sldId="256"/>
            <ac:picMk id="1026" creationId="{F1B73B25-7CD4-7448-24A7-B1D44F2123AB}"/>
          </ac:picMkLst>
        </pc:picChg>
      </pc:sldChg>
      <pc:sldChg chg="del">
        <pc:chgData name="Hidde Gerritsen (1079142)" userId="bd1019e9-fe7d-45bb-8938-4a3398eba8be" providerId="ADAL" clId="{B0FFF637-C5B1-7D4B-B695-E69B18FBD963}" dt="2025-06-04T14:16:30.841" v="19" actId="2696"/>
        <pc:sldMkLst>
          <pc:docMk/>
          <pc:sldMk cId="3881030924" sldId="260"/>
        </pc:sldMkLst>
      </pc:sldChg>
      <pc:sldChg chg="del">
        <pc:chgData name="Hidde Gerritsen (1079142)" userId="bd1019e9-fe7d-45bb-8938-4a3398eba8be" providerId="ADAL" clId="{B0FFF637-C5B1-7D4B-B695-E69B18FBD963}" dt="2025-06-04T14:16:52.743" v="21" actId="2696"/>
        <pc:sldMkLst>
          <pc:docMk/>
          <pc:sldMk cId="630579946" sldId="265"/>
        </pc:sldMkLst>
      </pc:sldChg>
      <pc:sldChg chg="del">
        <pc:chgData name="Hidde Gerritsen (1079142)" userId="bd1019e9-fe7d-45bb-8938-4a3398eba8be" providerId="ADAL" clId="{B0FFF637-C5B1-7D4B-B695-E69B18FBD963}" dt="2025-06-04T14:16:22.903" v="17" actId="2696"/>
        <pc:sldMkLst>
          <pc:docMk/>
          <pc:sldMk cId="462427109" sldId="267"/>
        </pc:sldMkLst>
      </pc:sldChg>
      <pc:sldChg chg="del">
        <pc:chgData name="Hidde Gerritsen (1079142)" userId="bd1019e9-fe7d-45bb-8938-4a3398eba8be" providerId="ADAL" clId="{B0FFF637-C5B1-7D4B-B695-E69B18FBD963}" dt="2025-06-04T14:16:50.757" v="20" actId="2696"/>
        <pc:sldMkLst>
          <pc:docMk/>
          <pc:sldMk cId="723969862" sldId="280"/>
        </pc:sldMkLst>
      </pc:sldChg>
      <pc:sldChg chg="addSp delSp modSp del mod">
        <pc:chgData name="Hidde Gerritsen (1079142)" userId="bd1019e9-fe7d-45bb-8938-4a3398eba8be" providerId="ADAL" clId="{B0FFF637-C5B1-7D4B-B695-E69B18FBD963}" dt="2025-06-04T14:16:30.841" v="19" actId="2696"/>
        <pc:sldMkLst>
          <pc:docMk/>
          <pc:sldMk cId="4235356673" sldId="281"/>
        </pc:sldMkLst>
      </pc:sldChg>
      <pc:sldChg chg="addSp modSp mod ord modTransition modNotesTx">
        <pc:chgData name="Hidde Gerritsen (1079142)" userId="bd1019e9-fe7d-45bb-8938-4a3398eba8be" providerId="ADAL" clId="{B0FFF637-C5B1-7D4B-B695-E69B18FBD963}" dt="2025-06-06T12:24:49.423" v="4184"/>
        <pc:sldMkLst>
          <pc:docMk/>
          <pc:sldMk cId="1341600272" sldId="282"/>
        </pc:sldMkLst>
        <pc:spChg chg="mod">
          <ac:chgData name="Hidde Gerritsen (1079142)" userId="bd1019e9-fe7d-45bb-8938-4a3398eba8be" providerId="ADAL" clId="{B0FFF637-C5B1-7D4B-B695-E69B18FBD963}" dt="2025-06-05T13:32:25.541" v="1071" actId="1076"/>
          <ac:spMkLst>
            <pc:docMk/>
            <pc:sldMk cId="1341600272" sldId="282"/>
            <ac:spMk id="2" creationId="{670960B1-EECC-03DF-E980-C245742D5D5B}"/>
          </ac:spMkLst>
        </pc:spChg>
        <pc:spChg chg="mod">
          <ac:chgData name="Hidde Gerritsen (1079142)" userId="bd1019e9-fe7d-45bb-8938-4a3398eba8be" providerId="ADAL" clId="{B0FFF637-C5B1-7D4B-B695-E69B18FBD963}" dt="2025-06-05T13:32:28.490" v="1074" actId="313"/>
          <ac:spMkLst>
            <pc:docMk/>
            <pc:sldMk cId="1341600272" sldId="282"/>
            <ac:spMk id="3" creationId="{F1622498-20F7-6670-F24C-BCD8A6D5CB60}"/>
          </ac:spMkLst>
        </pc:spChg>
        <pc:picChg chg="add mod">
          <ac:chgData name="Hidde Gerritsen (1079142)" userId="bd1019e9-fe7d-45bb-8938-4a3398eba8be" providerId="ADAL" clId="{B0FFF637-C5B1-7D4B-B695-E69B18FBD963}" dt="2025-06-06T12:24:49.423" v="4184"/>
          <ac:picMkLst>
            <pc:docMk/>
            <pc:sldMk cId="1341600272" sldId="282"/>
            <ac:picMk id="6" creationId="{83F7E495-5563-CB5E-8E74-63CE18BC32DD}"/>
          </ac:picMkLst>
        </pc:picChg>
      </pc:sldChg>
      <pc:sldChg chg="del">
        <pc:chgData name="Hidde Gerritsen (1079142)" userId="bd1019e9-fe7d-45bb-8938-4a3398eba8be" providerId="ADAL" clId="{B0FFF637-C5B1-7D4B-B695-E69B18FBD963}" dt="2025-06-04T14:16:26.759" v="18" actId="2696"/>
        <pc:sldMkLst>
          <pc:docMk/>
          <pc:sldMk cId="2421672567" sldId="285"/>
        </pc:sldMkLst>
      </pc:sldChg>
      <pc:sldChg chg="del">
        <pc:chgData name="Hidde Gerritsen (1079142)" userId="bd1019e9-fe7d-45bb-8938-4a3398eba8be" providerId="ADAL" clId="{B0FFF637-C5B1-7D4B-B695-E69B18FBD963}" dt="2025-06-04T14:16:22.903" v="17" actId="2696"/>
        <pc:sldMkLst>
          <pc:docMk/>
          <pc:sldMk cId="2155187702" sldId="286"/>
        </pc:sldMkLst>
      </pc:sldChg>
      <pc:sldChg chg="addSp modSp mod ord modTransition modNotesTx">
        <pc:chgData name="Hidde Gerritsen (1079142)" userId="bd1019e9-fe7d-45bb-8938-4a3398eba8be" providerId="ADAL" clId="{B0FFF637-C5B1-7D4B-B695-E69B18FBD963}" dt="2025-06-06T12:24:49.423" v="4184"/>
        <pc:sldMkLst>
          <pc:docMk/>
          <pc:sldMk cId="487924892" sldId="288"/>
        </pc:sldMkLst>
        <pc:spChg chg="mod">
          <ac:chgData name="Hidde Gerritsen (1079142)" userId="bd1019e9-fe7d-45bb-8938-4a3398eba8be" providerId="ADAL" clId="{B0FFF637-C5B1-7D4B-B695-E69B18FBD963}" dt="2025-06-04T14:15:56.914" v="13" actId="1076"/>
          <ac:spMkLst>
            <pc:docMk/>
            <pc:sldMk cId="487924892" sldId="288"/>
            <ac:spMk id="2" creationId="{D1C7AAB8-5076-DECC-1928-911771ABD3A9}"/>
          </ac:spMkLst>
        </pc:spChg>
        <pc:spChg chg="mod">
          <ac:chgData name="Hidde Gerritsen (1079142)" userId="bd1019e9-fe7d-45bb-8938-4a3398eba8be" providerId="ADAL" clId="{B0FFF637-C5B1-7D4B-B695-E69B18FBD963}" dt="2025-06-06T10:15:31.843" v="1309" actId="27636"/>
          <ac:spMkLst>
            <pc:docMk/>
            <pc:sldMk cId="487924892" sldId="288"/>
            <ac:spMk id="3" creationId="{9D5EE233-34D7-EDA1-0EE8-BF259914A303}"/>
          </ac:spMkLst>
        </pc:spChg>
        <pc:picChg chg="add mod">
          <ac:chgData name="Hidde Gerritsen (1079142)" userId="bd1019e9-fe7d-45bb-8938-4a3398eba8be" providerId="ADAL" clId="{B0FFF637-C5B1-7D4B-B695-E69B18FBD963}" dt="2025-06-04T14:16:01.330" v="15" actId="1076"/>
          <ac:picMkLst>
            <pc:docMk/>
            <pc:sldMk cId="487924892" sldId="288"/>
            <ac:picMk id="4" creationId="{34617DC7-7644-B044-33F0-B282F943A2DD}"/>
          </ac:picMkLst>
        </pc:picChg>
        <pc:picChg chg="add mod">
          <ac:chgData name="Hidde Gerritsen (1079142)" userId="bd1019e9-fe7d-45bb-8938-4a3398eba8be" providerId="ADAL" clId="{B0FFF637-C5B1-7D4B-B695-E69B18FBD963}" dt="2025-06-06T12:24:49.423" v="4184"/>
          <ac:picMkLst>
            <pc:docMk/>
            <pc:sldMk cId="487924892" sldId="288"/>
            <ac:picMk id="7" creationId="{E8EBA49B-09C2-EE5E-9834-AABC761668B3}"/>
          </ac:picMkLst>
        </pc:picChg>
      </pc:sldChg>
      <pc:sldChg chg="addSp delSp modSp add del mod modTransition">
        <pc:chgData name="Hidde Gerritsen (1079142)" userId="bd1019e9-fe7d-45bb-8938-4a3398eba8be" providerId="ADAL" clId="{B0FFF637-C5B1-7D4B-B695-E69B18FBD963}" dt="2025-06-05T10:26:26.771" v="1051" actId="2696"/>
        <pc:sldMkLst>
          <pc:docMk/>
          <pc:sldMk cId="1131049047" sldId="289"/>
        </pc:sldMkLst>
      </pc:sldChg>
      <pc:sldChg chg="del">
        <pc:chgData name="Hidde Gerritsen (1079142)" userId="bd1019e9-fe7d-45bb-8938-4a3398eba8be" providerId="ADAL" clId="{B0FFF637-C5B1-7D4B-B695-E69B18FBD963}" dt="2025-06-04T14:16:22.903" v="17" actId="2696"/>
        <pc:sldMkLst>
          <pc:docMk/>
          <pc:sldMk cId="2757928820" sldId="289"/>
        </pc:sldMkLst>
      </pc:sldChg>
      <pc:sldChg chg="addSp delSp modSp new mod modTransition modNotesTx">
        <pc:chgData name="Hidde Gerritsen (1079142)" userId="bd1019e9-fe7d-45bb-8938-4a3398eba8be" providerId="ADAL" clId="{B0FFF637-C5B1-7D4B-B695-E69B18FBD963}" dt="2025-06-06T12:24:49.423" v="4184"/>
        <pc:sldMkLst>
          <pc:docMk/>
          <pc:sldMk cId="1246550393" sldId="290"/>
        </pc:sldMkLst>
        <pc:spChg chg="add mod">
          <ac:chgData name="Hidde Gerritsen (1079142)" userId="bd1019e9-fe7d-45bb-8938-4a3398eba8be" providerId="ADAL" clId="{B0FFF637-C5B1-7D4B-B695-E69B18FBD963}" dt="2025-06-06T10:33:39.588" v="3715" actId="1076"/>
          <ac:spMkLst>
            <pc:docMk/>
            <pc:sldMk cId="1246550393" sldId="290"/>
            <ac:spMk id="3" creationId="{5BA8C2D3-8655-8788-5111-5AD7176A1ED8}"/>
          </ac:spMkLst>
        </pc:spChg>
        <pc:spChg chg="add mod">
          <ac:chgData name="Hidde Gerritsen (1079142)" userId="bd1019e9-fe7d-45bb-8938-4a3398eba8be" providerId="ADAL" clId="{B0FFF637-C5B1-7D4B-B695-E69B18FBD963}" dt="2025-06-06T10:12:50.957" v="1077" actId="14100"/>
          <ac:spMkLst>
            <pc:docMk/>
            <pc:sldMk cId="1246550393" sldId="290"/>
            <ac:spMk id="4" creationId="{41B330D4-1C41-F3FB-2E88-1B7362F5191D}"/>
          </ac:spMkLst>
        </pc:spChg>
        <pc:spChg chg="add del mod">
          <ac:chgData name="Hidde Gerritsen (1079142)" userId="bd1019e9-fe7d-45bb-8938-4a3398eba8be" providerId="ADAL" clId="{B0FFF637-C5B1-7D4B-B695-E69B18FBD963}" dt="2025-06-06T10:12:55.037" v="1078" actId="21"/>
          <ac:spMkLst>
            <pc:docMk/>
            <pc:sldMk cId="1246550393" sldId="290"/>
            <ac:spMk id="5" creationId="{396A42E6-B177-46C0-55AA-65FADB08F725}"/>
          </ac:spMkLst>
        </pc:spChg>
        <pc:spChg chg="add mod">
          <ac:chgData name="Hidde Gerritsen (1079142)" userId="bd1019e9-fe7d-45bb-8938-4a3398eba8be" providerId="ADAL" clId="{B0FFF637-C5B1-7D4B-B695-E69B18FBD963}" dt="2025-06-06T10:14:45.424" v="1273" actId="1076"/>
          <ac:spMkLst>
            <pc:docMk/>
            <pc:sldMk cId="1246550393" sldId="290"/>
            <ac:spMk id="7" creationId="{5DB528C6-4FFB-28D2-4231-C6C36A6B04FD}"/>
          </ac:spMkLst>
        </pc:spChg>
        <pc:spChg chg="add mod">
          <ac:chgData name="Hidde Gerritsen (1079142)" userId="bd1019e9-fe7d-45bb-8938-4a3398eba8be" providerId="ADAL" clId="{B0FFF637-C5B1-7D4B-B695-E69B18FBD963}" dt="2025-06-04T14:22:38.567" v="412" actId="20577"/>
          <ac:spMkLst>
            <pc:docMk/>
            <pc:sldMk cId="1246550393" sldId="290"/>
            <ac:spMk id="8" creationId="{1351A8E2-EB2C-C286-F0F3-45FCD16854CC}"/>
          </ac:spMkLst>
        </pc:spChg>
        <pc:spChg chg="add mod">
          <ac:chgData name="Hidde Gerritsen (1079142)" userId="bd1019e9-fe7d-45bb-8938-4a3398eba8be" providerId="ADAL" clId="{B0FFF637-C5B1-7D4B-B695-E69B18FBD963}" dt="2025-06-06T10:33:45.847" v="3717" actId="1076"/>
          <ac:spMkLst>
            <pc:docMk/>
            <pc:sldMk cId="1246550393" sldId="290"/>
            <ac:spMk id="9" creationId="{0AC0A588-2560-642D-58A4-9B7CBBD63F7D}"/>
          </ac:spMkLst>
        </pc:spChg>
        <pc:spChg chg="add mod">
          <ac:chgData name="Hidde Gerritsen (1079142)" userId="bd1019e9-fe7d-45bb-8938-4a3398eba8be" providerId="ADAL" clId="{B0FFF637-C5B1-7D4B-B695-E69B18FBD963}" dt="2025-06-06T10:33:39.588" v="3715" actId="1076"/>
          <ac:spMkLst>
            <pc:docMk/>
            <pc:sldMk cId="1246550393" sldId="290"/>
            <ac:spMk id="10" creationId="{CAFB7DF1-EBAB-4899-5C60-844F3CC63185}"/>
          </ac:spMkLst>
        </pc:spChg>
        <pc:picChg chg="add mod">
          <ac:chgData name="Hidde Gerritsen (1079142)" userId="bd1019e9-fe7d-45bb-8938-4a3398eba8be" providerId="ADAL" clId="{B0FFF637-C5B1-7D4B-B695-E69B18FBD963}" dt="2025-06-06T10:33:45.847" v="3717" actId="1076"/>
          <ac:picMkLst>
            <pc:docMk/>
            <pc:sldMk cId="1246550393" sldId="290"/>
            <ac:picMk id="2" creationId="{2626D2B2-C38B-2A0F-C829-F6E6C8A27940}"/>
          </ac:picMkLst>
        </pc:picChg>
        <pc:picChg chg="add mod">
          <ac:chgData name="Hidde Gerritsen (1079142)" userId="bd1019e9-fe7d-45bb-8938-4a3398eba8be" providerId="ADAL" clId="{B0FFF637-C5B1-7D4B-B695-E69B18FBD963}" dt="2025-06-04T14:22:18.943" v="390"/>
          <ac:picMkLst>
            <pc:docMk/>
            <pc:sldMk cId="1246550393" sldId="290"/>
            <ac:picMk id="6" creationId="{CABC2F3E-7230-EA04-4283-8DAC9127C49C}"/>
          </ac:picMkLst>
        </pc:picChg>
        <pc:picChg chg="add mod">
          <ac:chgData name="Hidde Gerritsen (1079142)" userId="bd1019e9-fe7d-45bb-8938-4a3398eba8be" providerId="ADAL" clId="{B0FFF637-C5B1-7D4B-B695-E69B18FBD963}" dt="2025-06-06T12:24:49.423" v="4184"/>
          <ac:picMkLst>
            <pc:docMk/>
            <pc:sldMk cId="1246550393" sldId="290"/>
            <ac:picMk id="11" creationId="{9DDB3D0E-B4BD-0CD0-8849-A528623727A5}"/>
          </ac:picMkLst>
        </pc:picChg>
        <pc:picChg chg="add mod">
          <ac:chgData name="Hidde Gerritsen (1079142)" userId="bd1019e9-fe7d-45bb-8938-4a3398eba8be" providerId="ADAL" clId="{B0FFF637-C5B1-7D4B-B695-E69B18FBD963}" dt="2025-06-06T10:13:03.207" v="1084" actId="1076"/>
          <ac:picMkLst>
            <pc:docMk/>
            <pc:sldMk cId="1246550393" sldId="290"/>
            <ac:picMk id="1026" creationId="{1ED71954-655C-CF78-C61F-354BAA83046F}"/>
          </ac:picMkLst>
        </pc:picChg>
        <pc:picChg chg="add mod">
          <ac:chgData name="Hidde Gerritsen (1079142)" userId="bd1019e9-fe7d-45bb-8938-4a3398eba8be" providerId="ADAL" clId="{B0FFF637-C5B1-7D4B-B695-E69B18FBD963}" dt="2025-06-06T10:33:39.588" v="3715" actId="1076"/>
          <ac:picMkLst>
            <pc:docMk/>
            <pc:sldMk cId="1246550393" sldId="290"/>
            <ac:picMk id="1028" creationId="{A31A415F-7B36-8DDB-2E58-F18C7973C138}"/>
          </ac:picMkLst>
        </pc:picChg>
      </pc:sldChg>
      <pc:sldChg chg="addSp delSp modSp add del mod modTransition modNotesTx">
        <pc:chgData name="Hidde Gerritsen (1079142)" userId="bd1019e9-fe7d-45bb-8938-4a3398eba8be" providerId="ADAL" clId="{B0FFF637-C5B1-7D4B-B695-E69B18FBD963}" dt="2025-06-06T12:24:49.423" v="4184"/>
        <pc:sldMkLst>
          <pc:docMk/>
          <pc:sldMk cId="1699581032" sldId="291"/>
        </pc:sldMkLst>
        <pc:spChg chg="add mod">
          <ac:chgData name="Hidde Gerritsen (1079142)" userId="bd1019e9-fe7d-45bb-8938-4a3398eba8be" providerId="ADAL" clId="{B0FFF637-C5B1-7D4B-B695-E69B18FBD963}" dt="2025-06-06T10:16:15.890" v="1323" actId="20577"/>
          <ac:spMkLst>
            <pc:docMk/>
            <pc:sldMk cId="1699581032" sldId="291"/>
            <ac:spMk id="2" creationId="{07B17261-7035-48B8-5338-EEC0A85C7769}"/>
          </ac:spMkLst>
        </pc:spChg>
        <pc:spChg chg="add del mod">
          <ac:chgData name="Hidde Gerritsen (1079142)" userId="bd1019e9-fe7d-45bb-8938-4a3398eba8be" providerId="ADAL" clId="{B0FFF637-C5B1-7D4B-B695-E69B18FBD963}" dt="2025-06-06T10:16:16.377" v="1325"/>
          <ac:spMkLst>
            <pc:docMk/>
            <pc:sldMk cId="1699581032" sldId="291"/>
            <ac:spMk id="3" creationId="{F60A83E7-8737-B7CA-E262-30D94F658DE3}"/>
          </ac:spMkLst>
        </pc:spChg>
        <pc:spChg chg="del mod">
          <ac:chgData name="Hidde Gerritsen (1079142)" userId="bd1019e9-fe7d-45bb-8938-4a3398eba8be" providerId="ADAL" clId="{B0FFF637-C5B1-7D4B-B695-E69B18FBD963}" dt="2025-06-06T10:17:09.254" v="1379" actId="21"/>
          <ac:spMkLst>
            <pc:docMk/>
            <pc:sldMk cId="1699581032" sldId="291"/>
            <ac:spMk id="5" creationId="{8DF0C1B3-1D9F-D784-3A9D-EC31C21F6F4B}"/>
          </ac:spMkLst>
        </pc:spChg>
        <pc:spChg chg="add del mod">
          <ac:chgData name="Hidde Gerritsen (1079142)" userId="bd1019e9-fe7d-45bb-8938-4a3398eba8be" providerId="ADAL" clId="{B0FFF637-C5B1-7D4B-B695-E69B18FBD963}" dt="2025-06-06T10:16:24.392" v="1329" actId="21"/>
          <ac:spMkLst>
            <pc:docMk/>
            <pc:sldMk cId="1699581032" sldId="291"/>
            <ac:spMk id="7" creationId="{FE6FF272-6F1B-3C2F-6333-C6AAA2605177}"/>
          </ac:spMkLst>
        </pc:spChg>
        <pc:spChg chg="del mod">
          <ac:chgData name="Hidde Gerritsen (1079142)" userId="bd1019e9-fe7d-45bb-8938-4a3398eba8be" providerId="ADAL" clId="{B0FFF637-C5B1-7D4B-B695-E69B18FBD963}" dt="2025-06-06T10:16:19.737" v="1326" actId="21"/>
          <ac:spMkLst>
            <pc:docMk/>
            <pc:sldMk cId="1699581032" sldId="291"/>
            <ac:spMk id="8" creationId="{D4C3D3F5-E523-3792-D0A6-3250907FF7F3}"/>
          </ac:spMkLst>
        </pc:spChg>
        <pc:picChg chg="add mod">
          <ac:chgData name="Hidde Gerritsen (1079142)" userId="bd1019e9-fe7d-45bb-8938-4a3398eba8be" providerId="ADAL" clId="{B0FFF637-C5B1-7D4B-B695-E69B18FBD963}" dt="2025-06-06T12:24:49.423" v="4184"/>
          <ac:picMkLst>
            <pc:docMk/>
            <pc:sldMk cId="1699581032" sldId="291"/>
            <ac:picMk id="4" creationId="{79212BB2-F98C-6FA5-40D7-0BA3AF28B64F}"/>
          </ac:picMkLst>
        </pc:picChg>
        <pc:picChg chg="add mod">
          <ac:chgData name="Hidde Gerritsen (1079142)" userId="bd1019e9-fe7d-45bb-8938-4a3398eba8be" providerId="ADAL" clId="{B0FFF637-C5B1-7D4B-B695-E69B18FBD963}" dt="2025-06-06T10:17:15.926" v="1381" actId="1076"/>
          <ac:picMkLst>
            <pc:docMk/>
            <pc:sldMk cId="1699581032" sldId="291"/>
            <ac:picMk id="9" creationId="{E0F21C02-3BA1-8960-04D7-EB6B859779A9}"/>
          </ac:picMkLst>
        </pc:picChg>
        <pc:picChg chg="add del mod">
          <ac:chgData name="Hidde Gerritsen (1079142)" userId="bd1019e9-fe7d-45bb-8938-4a3398eba8be" providerId="ADAL" clId="{B0FFF637-C5B1-7D4B-B695-E69B18FBD963}" dt="2025-06-06T10:16:44.223" v="1332" actId="478"/>
          <ac:picMkLst>
            <pc:docMk/>
            <pc:sldMk cId="1699581032" sldId="291"/>
            <ac:picMk id="3074" creationId="{429AB8BC-6CA9-7079-39BB-797B5146B88F}"/>
          </ac:picMkLst>
        </pc:picChg>
      </pc:sldChg>
      <pc:sldChg chg="add del">
        <pc:chgData name="Hidde Gerritsen (1079142)" userId="bd1019e9-fe7d-45bb-8938-4a3398eba8be" providerId="ADAL" clId="{B0FFF637-C5B1-7D4B-B695-E69B18FBD963}" dt="2025-06-06T10:16:04.425" v="1312" actId="2890"/>
        <pc:sldMkLst>
          <pc:docMk/>
          <pc:sldMk cId="4148629686" sldId="291"/>
        </pc:sldMkLst>
      </pc:sldChg>
      <pc:sldChg chg="del">
        <pc:chgData name="Hidde Gerritsen (1079142)" userId="bd1019e9-fe7d-45bb-8938-4a3398eba8be" providerId="ADAL" clId="{B0FFF637-C5B1-7D4B-B695-E69B18FBD963}" dt="2025-06-04T14:16:14.030" v="16" actId="2696"/>
        <pc:sldMkLst>
          <pc:docMk/>
          <pc:sldMk cId="1020942679" sldId="292"/>
        </pc:sldMkLst>
      </pc:sldChg>
      <pc:sldChg chg="addSp delSp modSp add mod modAnim modNotesTx">
        <pc:chgData name="Hidde Gerritsen (1079142)" userId="bd1019e9-fe7d-45bb-8938-4a3398eba8be" providerId="ADAL" clId="{B0FFF637-C5B1-7D4B-B695-E69B18FBD963}" dt="2025-06-06T12:24:49.423" v="4184"/>
        <pc:sldMkLst>
          <pc:docMk/>
          <pc:sldMk cId="2525124036" sldId="292"/>
        </pc:sldMkLst>
        <pc:spChg chg="mod">
          <ac:chgData name="Hidde Gerritsen (1079142)" userId="bd1019e9-fe7d-45bb-8938-4a3398eba8be" providerId="ADAL" clId="{B0FFF637-C5B1-7D4B-B695-E69B18FBD963}" dt="2025-06-06T10:17:25.865" v="1396" actId="20577"/>
          <ac:spMkLst>
            <pc:docMk/>
            <pc:sldMk cId="2525124036" sldId="292"/>
            <ac:spMk id="2" creationId="{D858B28A-915F-5EAB-8B30-4DA9A056EF2C}"/>
          </ac:spMkLst>
        </pc:spChg>
        <pc:picChg chg="add mod">
          <ac:chgData name="Hidde Gerritsen (1079142)" userId="bd1019e9-fe7d-45bb-8938-4a3398eba8be" providerId="ADAL" clId="{B0FFF637-C5B1-7D4B-B695-E69B18FBD963}" dt="2025-06-06T11:48:56.608" v="4182"/>
          <ac:picMkLst>
            <pc:docMk/>
            <pc:sldMk cId="2525124036" sldId="292"/>
            <ac:picMk id="3" creationId="{0DF35BBE-C5A9-6887-5FB3-94649F02F3B6}"/>
          </ac:picMkLst>
        </pc:picChg>
        <pc:picChg chg="add mod">
          <ac:chgData name="Hidde Gerritsen (1079142)" userId="bd1019e9-fe7d-45bb-8938-4a3398eba8be" providerId="ADAL" clId="{B0FFF637-C5B1-7D4B-B695-E69B18FBD963}" dt="2025-06-06T12:24:49.423" v="4184"/>
          <ac:picMkLst>
            <pc:docMk/>
            <pc:sldMk cId="2525124036" sldId="292"/>
            <ac:picMk id="5" creationId="{A21D1BA8-23F1-8438-E28B-D4CC8A5F351E}"/>
          </ac:picMkLst>
        </pc:picChg>
        <pc:picChg chg="del">
          <ac:chgData name="Hidde Gerritsen (1079142)" userId="bd1019e9-fe7d-45bb-8938-4a3398eba8be" providerId="ADAL" clId="{B0FFF637-C5B1-7D4B-B695-E69B18FBD963}" dt="2025-06-06T10:17:27.315" v="1397" actId="478"/>
          <ac:picMkLst>
            <pc:docMk/>
            <pc:sldMk cId="2525124036" sldId="292"/>
            <ac:picMk id="9" creationId="{BA197305-9964-0D4A-395B-F33E1BBB3C8F}"/>
          </ac:picMkLst>
        </pc:picChg>
      </pc:sldChg>
      <pc:sldMasterChg chg="modTransition modSldLayout">
        <pc:chgData name="Hidde Gerritsen (1079142)" userId="bd1019e9-fe7d-45bb-8938-4a3398eba8be" providerId="ADAL" clId="{B0FFF637-C5B1-7D4B-B695-E69B18FBD963}" dt="2025-06-05T10:25:58.065" v="1046"/>
        <pc:sldMasterMkLst>
          <pc:docMk/>
          <pc:sldMasterMk cId="0" sldId="2147483648"/>
        </pc:sldMasterMkLst>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49"/>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0"/>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1"/>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2"/>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3"/>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4"/>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5"/>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6"/>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7"/>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8"/>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59"/>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60"/>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61"/>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63"/>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66"/>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67"/>
          </pc:sldLayoutMkLst>
        </pc:sldLayoutChg>
        <pc:sldLayoutChg chg="modTransition">
          <pc:chgData name="Hidde Gerritsen (1079142)" userId="bd1019e9-fe7d-45bb-8938-4a3398eba8be" providerId="ADAL" clId="{B0FFF637-C5B1-7D4B-B695-E69B18FBD963}" dt="2025-06-05T10:25:58.065" v="1046"/>
          <pc:sldLayoutMkLst>
            <pc:docMk/>
            <pc:sldMasterMk cId="0" sldId="2147483648"/>
            <pc:sldLayoutMk cId="0" sldId="2147483668"/>
          </pc:sldLayoutMkLst>
        </pc:sldLayoutChg>
      </pc:sldMasterChg>
    </pc:docChg>
  </pc:docChgLst>
  <pc:docChgLst>
    <pc:chgData name="Hwayda Hwayda Bashair (1049850)" userId="S::1049850@hr.nl::cfc65a82-fb1c-475e-92d7-ff76e90f0086" providerId="AD" clId="Web-{8FE9F513-B649-A1AC-314F-48605AC42CFB}"/>
    <pc:docChg chg="addSld delSld modSld sldOrd">
      <pc:chgData name="Hwayda Hwayda Bashair (1049850)" userId="S::1049850@hr.nl::cfc65a82-fb1c-475e-92d7-ff76e90f0086" providerId="AD" clId="Web-{8FE9F513-B649-A1AC-314F-48605AC42CFB}" dt="2025-04-11T12:30:22.760" v="521" actId="20577"/>
      <pc:docMkLst>
        <pc:docMk/>
      </pc:docMkLst>
      <pc:sldChg chg="addSp delSp modSp mod setBg">
        <pc:chgData name="Hwayda Hwayda Bashair (1049850)" userId="S::1049850@hr.nl::cfc65a82-fb1c-475e-92d7-ff76e90f0086" providerId="AD" clId="Web-{8FE9F513-B649-A1AC-314F-48605AC42CFB}" dt="2025-04-11T10:24:52.697" v="285" actId="20577"/>
        <pc:sldMkLst>
          <pc:docMk/>
          <pc:sldMk cId="3881030924" sldId="260"/>
        </pc:sldMkLst>
      </pc:sldChg>
      <pc:sldChg chg="modSp">
        <pc:chgData name="Hwayda Hwayda Bashair (1049850)" userId="S::1049850@hr.nl::cfc65a82-fb1c-475e-92d7-ff76e90f0086" providerId="AD" clId="Web-{8FE9F513-B649-A1AC-314F-48605AC42CFB}" dt="2025-04-11T12:13:11.328" v="452" actId="20577"/>
        <pc:sldMkLst>
          <pc:docMk/>
          <pc:sldMk cId="723969862" sldId="280"/>
        </pc:sldMkLst>
      </pc:sldChg>
      <pc:sldChg chg="modSp">
        <pc:chgData name="Hwayda Hwayda Bashair (1049850)" userId="S::1049850@hr.nl::cfc65a82-fb1c-475e-92d7-ff76e90f0086" providerId="AD" clId="Web-{8FE9F513-B649-A1AC-314F-48605AC42CFB}" dt="2025-04-11T10:04:25.204" v="142" actId="14100"/>
        <pc:sldMkLst>
          <pc:docMk/>
          <pc:sldMk cId="1341600272" sldId="282"/>
        </pc:sldMkLst>
        <pc:spChg chg="mod">
          <ac:chgData name="Hwayda Hwayda Bashair (1049850)" userId="S::1049850@hr.nl::cfc65a82-fb1c-475e-92d7-ff76e90f0086" providerId="AD" clId="Web-{8FE9F513-B649-A1AC-314F-48605AC42CFB}" dt="2025-04-11T10:03:54.828" v="132" actId="20577"/>
          <ac:spMkLst>
            <pc:docMk/>
            <pc:sldMk cId="1341600272" sldId="282"/>
            <ac:spMk id="2" creationId="{670960B1-EECC-03DF-E980-C245742D5D5B}"/>
          </ac:spMkLst>
        </pc:spChg>
        <pc:spChg chg="mod">
          <ac:chgData name="Hwayda Hwayda Bashair (1049850)" userId="S::1049850@hr.nl::cfc65a82-fb1c-475e-92d7-ff76e90f0086" providerId="AD" clId="Web-{8FE9F513-B649-A1AC-314F-48605AC42CFB}" dt="2025-04-11T10:04:25.204" v="142" actId="14100"/>
          <ac:spMkLst>
            <pc:docMk/>
            <pc:sldMk cId="1341600272" sldId="282"/>
            <ac:spMk id="3" creationId="{F1622498-20F7-6670-F24C-BCD8A6D5CB60}"/>
          </ac:spMkLst>
        </pc:spChg>
      </pc:sldChg>
      <pc:sldChg chg="addSp modSp ord">
        <pc:chgData name="Hwayda Hwayda Bashair (1049850)" userId="S::1049850@hr.nl::cfc65a82-fb1c-475e-92d7-ff76e90f0086" providerId="AD" clId="Web-{8FE9F513-B649-A1AC-314F-48605AC42CFB}" dt="2025-04-11T11:42:25.277" v="435"/>
        <pc:sldMkLst>
          <pc:docMk/>
          <pc:sldMk cId="2421672567" sldId="285"/>
        </pc:sldMkLst>
      </pc:sldChg>
      <pc:sldChg chg="addSp delSp modSp ord">
        <pc:chgData name="Hwayda Hwayda Bashair (1049850)" userId="S::1049850@hr.nl::cfc65a82-fb1c-475e-92d7-ff76e90f0086" providerId="AD" clId="Web-{8FE9F513-B649-A1AC-314F-48605AC42CFB}" dt="2025-04-11T12:30:22.760" v="521" actId="20577"/>
        <pc:sldMkLst>
          <pc:docMk/>
          <pc:sldMk cId="2757928820" sldId="289"/>
        </pc:sldMkLst>
      </pc:sldChg>
      <pc:sldChg chg="modSp new del ord">
        <pc:chgData name="Hwayda Hwayda Bashair (1049850)" userId="S::1049850@hr.nl::cfc65a82-fb1c-475e-92d7-ff76e90f0086" providerId="AD" clId="Web-{8FE9F513-B649-A1AC-314F-48605AC42CFB}" dt="2025-04-11T10:04:29.282" v="143"/>
        <pc:sldMkLst>
          <pc:docMk/>
          <pc:sldMk cId="2890706921" sldId="290"/>
        </pc:sldMkLst>
      </pc:sldChg>
      <pc:sldChg chg="modSp del">
        <pc:chgData name="Hwayda Hwayda Bashair (1049850)" userId="S::1049850@hr.nl::cfc65a82-fb1c-475e-92d7-ff76e90f0086" providerId="AD" clId="Web-{8FE9F513-B649-A1AC-314F-48605AC42CFB}" dt="2025-04-11T11:45:46.237" v="436"/>
        <pc:sldMkLst>
          <pc:docMk/>
          <pc:sldMk cId="1133970940" sldId="291"/>
        </pc:sldMkLst>
      </pc:sldChg>
      <pc:sldChg chg="modSp new ord">
        <pc:chgData name="Hwayda Hwayda Bashair (1049850)" userId="S::1049850@hr.nl::cfc65a82-fb1c-475e-92d7-ff76e90f0086" providerId="AD" clId="Web-{8FE9F513-B649-A1AC-314F-48605AC42CFB}" dt="2025-04-11T12:27:45.847" v="479" actId="20577"/>
        <pc:sldMkLst>
          <pc:docMk/>
          <pc:sldMk cId="1020942679" sldId="2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69321-3D9A-C747-A61C-2B07577CFC1F}" type="datetimeFigureOut">
              <a:rPr lang="nl-NL" smtClean="0"/>
              <a:t>06-06-2025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DF0587-8A40-534F-BB87-C6605B0B23E5}" type="slidenum">
              <a:rPr lang="nl-NL" smtClean="0"/>
              <a:t>‹nr.›</a:t>
            </a:fld>
            <a:endParaRPr lang="nl-NL"/>
          </a:p>
        </p:txBody>
      </p:sp>
    </p:spTree>
    <p:extLst>
      <p:ext uri="{BB962C8B-B14F-4D97-AF65-F5344CB8AC3E}">
        <p14:creationId xmlns:p14="http://schemas.microsoft.com/office/powerpoint/2010/main" val="2099839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Dit is de demovideo van het project AMIDH, wij zijn gevraagd door Geert </a:t>
            </a:r>
            <a:r>
              <a:rPr lang="nl-NL" dirty="0" err="1"/>
              <a:t>mosterdijk</a:t>
            </a:r>
            <a:r>
              <a:rPr lang="nl-NL" dirty="0"/>
              <a:t> van sens2sea om een radar module te maken die de afstand vanaf het schip tot de kade kan meten. Deze module zal later onderdeel worden van een groter systeem sensoren &amp; actuatoren die schepen autonoom moeten laten aanmeren.</a:t>
            </a:r>
          </a:p>
        </p:txBody>
      </p:sp>
      <p:sp>
        <p:nvSpPr>
          <p:cNvPr id="4" name="Tijdelijke aanduiding voor dianummer 3"/>
          <p:cNvSpPr>
            <a:spLocks noGrp="1"/>
          </p:cNvSpPr>
          <p:nvPr>
            <p:ph type="sldNum" sz="quarter" idx="5"/>
          </p:nvPr>
        </p:nvSpPr>
        <p:spPr/>
        <p:txBody>
          <a:bodyPr/>
          <a:lstStyle/>
          <a:p>
            <a:fld id="{7BDF0587-8A40-534F-BB87-C6605B0B23E5}" type="slidenum">
              <a:rPr lang="nl-NL" smtClean="0"/>
              <a:t>1</a:t>
            </a:fld>
            <a:endParaRPr lang="nl-NL"/>
          </a:p>
        </p:txBody>
      </p:sp>
    </p:spTree>
    <p:extLst>
      <p:ext uri="{BB962C8B-B14F-4D97-AF65-F5344CB8AC3E}">
        <p14:creationId xmlns:p14="http://schemas.microsoft.com/office/powerpoint/2010/main" val="708865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Op dit moment gebeurt het aanmeren van schepen op </a:t>
            </a:r>
            <a:r>
              <a:rPr lang="nl-NL" dirty="0" err="1"/>
              <a:t>inefficiente</a:t>
            </a:r>
            <a:r>
              <a:rPr lang="nl-NL" dirty="0"/>
              <a:t> wijze, alles moet handmatig gecorrigeerd worden door de kapitein en daar is veel ruimte voor fouten, zo kan er al snel te hard of te zacht tegen de kade gebotst worden wat tot schade kan leiden. Ook kan er veel brandstof bespaart worden doordat de motoren door computers </a:t>
            </a:r>
            <a:r>
              <a:rPr lang="nl-NL" dirty="0" err="1"/>
              <a:t>efficienter</a:t>
            </a:r>
            <a:r>
              <a:rPr lang="nl-NL" dirty="0"/>
              <a:t> aangestuurd kunnen worden, en aangezien de scheepvaart een enorme economie is kan dit over de hele wereld gezien veel uitstoot besparen.</a:t>
            </a:r>
            <a:br>
              <a:rPr lang="nl-NL" dirty="0"/>
            </a:br>
            <a:br>
              <a:rPr lang="nl-NL" dirty="0"/>
            </a:br>
            <a:r>
              <a:rPr lang="nl-NL" dirty="0"/>
              <a:t>Er zijn al </a:t>
            </a:r>
            <a:r>
              <a:rPr lang="nl-NL" dirty="0" err="1"/>
              <a:t>bestaanden</a:t>
            </a:r>
            <a:r>
              <a:rPr lang="nl-NL" dirty="0"/>
              <a:t> oplossing voor dit probleem maar die zijn niet open source en lastig te onderhouden.</a:t>
            </a:r>
          </a:p>
        </p:txBody>
      </p:sp>
      <p:sp>
        <p:nvSpPr>
          <p:cNvPr id="4" name="Tijdelijke aanduiding voor dianummer 3"/>
          <p:cNvSpPr>
            <a:spLocks noGrp="1"/>
          </p:cNvSpPr>
          <p:nvPr>
            <p:ph type="sldNum" sz="quarter" idx="5"/>
          </p:nvPr>
        </p:nvSpPr>
        <p:spPr/>
        <p:txBody>
          <a:bodyPr/>
          <a:lstStyle/>
          <a:p>
            <a:fld id="{7BDF0587-8A40-534F-BB87-C6605B0B23E5}" type="slidenum">
              <a:rPr lang="nl-NL" smtClean="0"/>
              <a:t>2</a:t>
            </a:fld>
            <a:endParaRPr lang="nl-NL"/>
          </a:p>
        </p:txBody>
      </p:sp>
    </p:spTree>
    <p:extLst>
      <p:ext uri="{BB962C8B-B14F-4D97-AF65-F5344CB8AC3E}">
        <p14:creationId xmlns:p14="http://schemas.microsoft.com/office/powerpoint/2010/main" val="1551271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Wat is dan de oplossing die wij hier voor bedacht hebben, een radar sensor module die de afstand tot de kade meet en dit vervolgens via MQTT doorstuurt naar een centrale broker zodat er vanaf daar nagedacht kan worden over hoe het schip aangestuurd moet worden. Het prototype is zo gemaakt dat deze modulair is en er dus op makkelijke wijze meer of minder kunnen worden toegevoegd binnen een systeem of schip. Dit is gedaan </a:t>
            </a:r>
            <a:r>
              <a:rPr lang="nl-NL" dirty="0" err="1"/>
              <a:t>dmv</a:t>
            </a:r>
            <a:r>
              <a:rPr lang="nl-NL" dirty="0"/>
              <a:t> SDI, alles is gestandaardiseerd.</a:t>
            </a:r>
          </a:p>
        </p:txBody>
      </p:sp>
      <p:sp>
        <p:nvSpPr>
          <p:cNvPr id="4" name="Tijdelijke aanduiding voor dianummer 3"/>
          <p:cNvSpPr>
            <a:spLocks noGrp="1"/>
          </p:cNvSpPr>
          <p:nvPr>
            <p:ph type="sldNum" sz="quarter" idx="5"/>
          </p:nvPr>
        </p:nvSpPr>
        <p:spPr/>
        <p:txBody>
          <a:bodyPr/>
          <a:lstStyle/>
          <a:p>
            <a:fld id="{7BDF0587-8A40-534F-BB87-C6605B0B23E5}" type="slidenum">
              <a:rPr lang="nl-NL" smtClean="0"/>
              <a:t>3</a:t>
            </a:fld>
            <a:endParaRPr lang="nl-NL"/>
          </a:p>
        </p:txBody>
      </p:sp>
    </p:spTree>
    <p:extLst>
      <p:ext uri="{BB962C8B-B14F-4D97-AF65-F5344CB8AC3E}">
        <p14:creationId xmlns:p14="http://schemas.microsoft.com/office/powerpoint/2010/main" val="3258056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Om het afstand meten mogelijk te maken is er gekozen voor een radar sensor, waarom precies deze radar sensor is terug te lezen in het sensor onderzoek. De module bevat ook een LCD scherm die real-time de gemeten afstand laat zien, dat is handig voor eventueel debuggen. Alles wordt aangestuurd door een </a:t>
            </a:r>
            <a:r>
              <a:rPr lang="nl-NL" dirty="0" err="1"/>
              <a:t>raspberry</a:t>
            </a:r>
            <a:r>
              <a:rPr lang="nl-NL" dirty="0"/>
              <a:t> pi 5</a:t>
            </a:r>
          </a:p>
        </p:txBody>
      </p:sp>
      <p:sp>
        <p:nvSpPr>
          <p:cNvPr id="4" name="Tijdelijke aanduiding voor dianummer 3"/>
          <p:cNvSpPr>
            <a:spLocks noGrp="1"/>
          </p:cNvSpPr>
          <p:nvPr>
            <p:ph type="sldNum" sz="quarter" idx="5"/>
          </p:nvPr>
        </p:nvSpPr>
        <p:spPr/>
        <p:txBody>
          <a:bodyPr/>
          <a:lstStyle/>
          <a:p>
            <a:fld id="{7BDF0587-8A40-534F-BB87-C6605B0B23E5}" type="slidenum">
              <a:rPr lang="nl-NL" smtClean="0"/>
              <a:t>4</a:t>
            </a:fld>
            <a:endParaRPr lang="nl-NL"/>
          </a:p>
        </p:txBody>
      </p:sp>
    </p:spTree>
    <p:extLst>
      <p:ext uri="{BB962C8B-B14F-4D97-AF65-F5344CB8AC3E}">
        <p14:creationId xmlns:p14="http://schemas.microsoft.com/office/powerpoint/2010/main" val="3990519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Om aan de beschreven SDI standaarden te voldoen is er gekozen voor het gebruik van MQTT, dit is ook terug te lezen in het MQTT onderzoek. Dit protocol maakt het erg makkelijk om van vele verschillende radar modules data te verzamelen en dit naar de juiste plek te sturen.</a:t>
            </a:r>
          </a:p>
        </p:txBody>
      </p:sp>
      <p:sp>
        <p:nvSpPr>
          <p:cNvPr id="4" name="Tijdelijke aanduiding voor dianummer 3"/>
          <p:cNvSpPr>
            <a:spLocks noGrp="1"/>
          </p:cNvSpPr>
          <p:nvPr>
            <p:ph type="sldNum" sz="quarter" idx="5"/>
          </p:nvPr>
        </p:nvSpPr>
        <p:spPr/>
        <p:txBody>
          <a:bodyPr/>
          <a:lstStyle/>
          <a:p>
            <a:fld id="{7BDF0587-8A40-534F-BB87-C6605B0B23E5}" type="slidenum">
              <a:rPr lang="nl-NL" smtClean="0"/>
              <a:t>5</a:t>
            </a:fld>
            <a:endParaRPr lang="nl-NL"/>
          </a:p>
        </p:txBody>
      </p:sp>
    </p:spTree>
    <p:extLst>
      <p:ext uri="{BB962C8B-B14F-4D97-AF65-F5344CB8AC3E}">
        <p14:creationId xmlns:p14="http://schemas.microsoft.com/office/powerpoint/2010/main" val="2316364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Hier ziet u het prototype in werking</a:t>
            </a:r>
          </a:p>
        </p:txBody>
      </p:sp>
      <p:sp>
        <p:nvSpPr>
          <p:cNvPr id="4" name="Tijdelijke aanduiding voor dianummer 3"/>
          <p:cNvSpPr>
            <a:spLocks noGrp="1"/>
          </p:cNvSpPr>
          <p:nvPr>
            <p:ph type="sldNum" sz="quarter" idx="5"/>
          </p:nvPr>
        </p:nvSpPr>
        <p:spPr/>
        <p:txBody>
          <a:bodyPr/>
          <a:lstStyle/>
          <a:p>
            <a:fld id="{7BDF0587-8A40-534F-BB87-C6605B0B23E5}" type="slidenum">
              <a:rPr lang="nl-NL" smtClean="0"/>
              <a:t>6</a:t>
            </a:fld>
            <a:endParaRPr lang="nl-NL"/>
          </a:p>
        </p:txBody>
      </p:sp>
    </p:spTree>
    <p:extLst>
      <p:ext uri="{BB962C8B-B14F-4D97-AF65-F5344CB8AC3E}">
        <p14:creationId xmlns:p14="http://schemas.microsoft.com/office/powerpoint/2010/main" val="29907928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nl-NL"/>
              <a:t>Klik om stijl te bewerken</a:t>
            </a:r>
            <a:endParaRPr lang="en-US"/>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6/6/25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nl-NL"/>
              <a:t>Klik om stijl te bewerken</a:t>
            </a:r>
            <a:endParaRPr lang="en-US"/>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48A87A34-81AB-432B-8DAE-1953F412C126}" type="datetimeFigureOut">
              <a:rPr lang="en-US" dirty="0"/>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sz="half" idx="1"/>
          </p:nvPr>
        </p:nvSpPr>
        <p:spPr>
          <a:xfrm>
            <a:off x="1141410" y="2249486"/>
            <a:ext cx="4878389" cy="354171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Content Placeholder 3"/>
          <p:cNvSpPr>
            <a:spLocks noGrp="1"/>
          </p:cNvSpPr>
          <p:nvPr>
            <p:ph sz="half" idx="2"/>
          </p:nvPr>
        </p:nvSpPr>
        <p:spPr>
          <a:xfrm>
            <a:off x="6172200" y="2249486"/>
            <a:ext cx="4875211" cy="354171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nl-NL"/>
              <a:t>Klik om stijl te bewerken</a:t>
            </a:r>
            <a:endParaRPr lang="en-US"/>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1141410" y="3073397"/>
            <a:ext cx="4878391" cy="271780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p:cNvSpPr>
            <a:spLocks noGrp="1"/>
          </p:cNvSpPr>
          <p:nvPr>
            <p:ph sz="quarter" idx="4"/>
          </p:nvPr>
        </p:nvSpPr>
        <p:spPr>
          <a:xfrm>
            <a:off x="6172200" y="3073397"/>
            <a:ext cx="4875210" cy="271780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6/6/25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6/6/25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nl-NL"/>
              <a:t>Klik om stijl te bewerken</a:t>
            </a:r>
            <a:endParaRPr lang="en-US"/>
          </a:p>
        </p:txBody>
      </p:sp>
      <p:sp>
        <p:nvSpPr>
          <p:cNvPr id="3" name="Content Placeholder 2"/>
          <p:cNvSpPr>
            <a:spLocks noGrp="1"/>
          </p:cNvSpPr>
          <p:nvPr>
            <p:ph idx="1"/>
          </p:nvPr>
        </p:nvSpPr>
        <p:spPr>
          <a:xfrm>
            <a:off x="5156200" y="592666"/>
            <a:ext cx="5891209" cy="5198534"/>
          </a:xfrm>
        </p:spPr>
        <p:txBody>
          <a:bodyPr anchor="ct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nl-NL"/>
              <a:t>Klik om stijl te bewerken</a:t>
            </a:r>
            <a:endParaRPr lang="en-US"/>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sche 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nl-NL"/>
              <a:t>Klik om stijl te bewerken</a:t>
            </a:r>
            <a:endParaRPr lang="en-US"/>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nl-NL"/>
              <a:t>Klik op het pictogram als u een afbeelding wilt toevoegen</a:t>
            </a:r>
            <a:endParaRPr lang="en-US"/>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en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nl-NL"/>
              <a:t>Klik om stijl te bewerken</a:t>
            </a:r>
            <a:endParaRPr lang="en-US"/>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eraat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nl-NL"/>
              <a:t>Klik om stijl te bewerken</a:t>
            </a:r>
            <a:endParaRPr lang="en-US"/>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amkaartj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nl-NL"/>
              <a:t>Klik om stijl te bewerken</a:t>
            </a:r>
            <a:endParaRPr lang="en-US"/>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omme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nl-NL"/>
              <a:t>Klik om stijl te bewerken</a:t>
            </a:r>
            <a:endParaRPr lang="en-US"/>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p:txBody>
          <a:bodyPr/>
          <a:lstStyle/>
          <a:p>
            <a:fld id="{48A87A34-81AB-432B-8DAE-1953F412C126}" type="datetimeFigureOut">
              <a:rPr lang="en-US" dirty="0"/>
              <a:t>6/6/25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Afbeelding-kolom">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nl-NL"/>
              <a:t>Klik om stijl te bewerken</a:t>
            </a:r>
            <a:endParaRPr lang="en-US"/>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nl-NL"/>
              <a:t>Klik op het pictogram als u een afbeelding wilt toevoegen</a:t>
            </a:r>
            <a:endParaRPr lang="en-US"/>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nl-NL"/>
              <a:t>Klik op het pictogram als u een afbeelding wilt toevoegen</a:t>
            </a:r>
            <a:endParaRPr lang="en-US"/>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nl-NL"/>
              <a:t>Klik op het pictogram als u een afbeelding wilt toevoegen</a:t>
            </a:r>
            <a:endParaRPr lang="en-US"/>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p:txBody>
          <a:bodyPr/>
          <a:lstStyle/>
          <a:p>
            <a:fld id="{48A87A34-81AB-432B-8DAE-1953F412C126}" type="datetimeFigureOut">
              <a:rPr lang="en-US" dirty="0"/>
              <a:t>6/6/25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Vertical Text Placeholder 2"/>
          <p:cNvSpPr>
            <a:spLocks noGrp="1"/>
          </p:cNvSpPr>
          <p:nvPr>
            <p:ph type="body" orient="vert" idx="1"/>
          </p:nvPr>
        </p:nvSpPr>
        <p:spPr/>
        <p:txBody>
          <a:bodyPr vert="eaVert" ancho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nl-NL"/>
              <a:t>Klik om stijl te bewerken</a:t>
            </a:r>
            <a:endParaRPr lang="en-US"/>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6/6/25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‹nr.›</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2.xml"/><Relationship Id="rId7" Type="http://schemas.openxmlformats.org/officeDocument/2006/relationships/image" Target="../media/image7.jpe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9.jpeg"/><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media" Target="../media/media7.m4a"/><Relationship Id="rId7" Type="http://schemas.openxmlformats.org/officeDocument/2006/relationships/image" Target="../media/image3.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audio" Target="../media/media7.m4a"/><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11A180-1B4D-CB6A-5434-6D0C37552A9E}"/>
              </a:ext>
            </a:extLst>
          </p:cNvPr>
          <p:cNvSpPr>
            <a:spLocks noGrp="1"/>
          </p:cNvSpPr>
          <p:nvPr>
            <p:ph type="ctrTitle"/>
          </p:nvPr>
        </p:nvSpPr>
        <p:spPr>
          <a:xfrm>
            <a:off x="1876414" y="1410335"/>
            <a:ext cx="8791575" cy="1455252"/>
          </a:xfrm>
        </p:spPr>
        <p:txBody>
          <a:bodyPr/>
          <a:lstStyle/>
          <a:p>
            <a:pPr algn="ctr"/>
            <a:r>
              <a:rPr lang="nl-NL"/>
              <a:t>Autonoom manoeuvreren in de haven</a:t>
            </a:r>
          </a:p>
        </p:txBody>
      </p:sp>
      <p:sp>
        <p:nvSpPr>
          <p:cNvPr id="3" name="Ondertitel 2">
            <a:extLst>
              <a:ext uri="{FF2B5EF4-FFF2-40B4-BE49-F238E27FC236}">
                <a16:creationId xmlns:a16="http://schemas.microsoft.com/office/drawing/2014/main" id="{62EAAEE3-47DC-DA15-A9E4-80D9C1EA9738}"/>
              </a:ext>
            </a:extLst>
          </p:cNvPr>
          <p:cNvSpPr>
            <a:spLocks noGrp="1"/>
          </p:cNvSpPr>
          <p:nvPr>
            <p:ph type="subTitle" idx="1"/>
          </p:nvPr>
        </p:nvSpPr>
        <p:spPr>
          <a:xfrm>
            <a:off x="1287286" y="4493659"/>
            <a:ext cx="9969833" cy="1655762"/>
          </a:xfrm>
        </p:spPr>
        <p:txBody>
          <a:bodyPr/>
          <a:lstStyle/>
          <a:p>
            <a:pPr algn="ctr"/>
            <a:r>
              <a:rPr lang="nl-NL" dirty="0">
                <a:cs typeface="Al Nile" pitchFamily="2" charset="-78"/>
              </a:rPr>
              <a:t>door: </a:t>
            </a:r>
            <a:r>
              <a:rPr lang="nl-NL" dirty="0" err="1">
                <a:cs typeface="Al Nile" pitchFamily="2" charset="-78"/>
              </a:rPr>
              <a:t>Hwayda</a:t>
            </a:r>
            <a:r>
              <a:rPr lang="nl-NL" dirty="0">
                <a:cs typeface="Al Nile" pitchFamily="2" charset="-78"/>
              </a:rPr>
              <a:t> </a:t>
            </a:r>
            <a:r>
              <a:rPr lang="nl-NL" dirty="0" err="1">
                <a:cs typeface="Al Nile" pitchFamily="2" charset="-78"/>
              </a:rPr>
              <a:t>Bashair</a:t>
            </a:r>
            <a:r>
              <a:rPr lang="nl-NL" dirty="0">
                <a:cs typeface="Al Nile" pitchFamily="2" charset="-78"/>
              </a:rPr>
              <a:t>, Mees van der waal, Olaf </a:t>
            </a:r>
            <a:r>
              <a:rPr lang="nl-NL" dirty="0" err="1">
                <a:cs typeface="Al Nile" pitchFamily="2" charset="-78"/>
              </a:rPr>
              <a:t>goudriaan</a:t>
            </a:r>
            <a:r>
              <a:rPr lang="nl-NL" dirty="0">
                <a:cs typeface="Al Nile" pitchFamily="2" charset="-78"/>
              </a:rPr>
              <a:t> &amp; Hidde Gerritsen</a:t>
            </a:r>
          </a:p>
        </p:txBody>
      </p:sp>
      <p:pic>
        <p:nvPicPr>
          <p:cNvPr id="1026" name="Picture 2">
            <a:extLst>
              <a:ext uri="{FF2B5EF4-FFF2-40B4-BE49-F238E27FC236}">
                <a16:creationId xmlns:a16="http://schemas.microsoft.com/office/drawing/2014/main" id="{F1B73B25-7CD4-7448-24A7-B1D44F2123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7320" y="3293646"/>
            <a:ext cx="4669766" cy="898078"/>
          </a:xfrm>
          <a:prstGeom prst="rect">
            <a:avLst/>
          </a:prstGeom>
          <a:noFill/>
          <a:extLst>
            <a:ext uri="{909E8E84-426E-40DD-AFC4-6F175D3DCCD1}">
              <a14:hiddenFill xmlns:a14="http://schemas.microsoft.com/office/drawing/2010/main">
                <a:solidFill>
                  <a:srgbClr val="FFFFFF"/>
                </a:solidFill>
              </a14:hiddenFill>
            </a:ext>
          </a:extLst>
        </p:spPr>
      </p:pic>
      <p:pic>
        <p:nvPicPr>
          <p:cNvPr id="6" name="Audio 5">
            <a:extLst>
              <a:ext uri="{FF2B5EF4-FFF2-40B4-BE49-F238E27FC236}">
                <a16:creationId xmlns:a16="http://schemas.microsoft.com/office/drawing/2014/main" id="{197011D7-53BC-E267-E955-2F1EDC7372C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904030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1930">
        <p159:morph option="byObject"/>
      </p:transition>
    </mc:Choice>
    <mc:Fallback>
      <p:transition spd="slow" advTm="2193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0960B1-EECC-03DF-E980-C245742D5D5B}"/>
              </a:ext>
            </a:extLst>
          </p:cNvPr>
          <p:cNvSpPr>
            <a:spLocks noGrp="1"/>
          </p:cNvSpPr>
          <p:nvPr>
            <p:ph type="title"/>
          </p:nvPr>
        </p:nvSpPr>
        <p:spPr>
          <a:xfrm>
            <a:off x="1143000" y="991358"/>
            <a:ext cx="9905998" cy="1478570"/>
          </a:xfrm>
        </p:spPr>
        <p:txBody>
          <a:bodyPr/>
          <a:lstStyle/>
          <a:p>
            <a:r>
              <a:rPr lang="nl-NL" dirty="0"/>
              <a:t>Probleem</a:t>
            </a:r>
          </a:p>
        </p:txBody>
      </p:sp>
      <p:sp>
        <p:nvSpPr>
          <p:cNvPr id="3" name="Tijdelijke aanduiding voor inhoud 2">
            <a:extLst>
              <a:ext uri="{FF2B5EF4-FFF2-40B4-BE49-F238E27FC236}">
                <a16:creationId xmlns:a16="http://schemas.microsoft.com/office/drawing/2014/main" id="{F1622498-20F7-6670-F24C-BCD8A6D5CB60}"/>
              </a:ext>
            </a:extLst>
          </p:cNvPr>
          <p:cNvSpPr>
            <a:spLocks noGrp="1"/>
          </p:cNvSpPr>
          <p:nvPr>
            <p:ph idx="1"/>
          </p:nvPr>
        </p:nvSpPr>
        <p:spPr>
          <a:xfrm>
            <a:off x="1143000" y="2096987"/>
            <a:ext cx="9905999" cy="3537131"/>
          </a:xfrm>
        </p:spPr>
        <p:txBody>
          <a:bodyPr vert="horz" lIns="91440" tIns="45720" rIns="91440" bIns="45720" rtlCol="0" anchor="t">
            <a:normAutofit/>
          </a:bodyPr>
          <a:lstStyle/>
          <a:p>
            <a:pPr marL="0" indent="0">
              <a:buNone/>
            </a:pPr>
            <a:endParaRPr lang="nl-NL" dirty="0"/>
          </a:p>
          <a:p>
            <a:r>
              <a:rPr lang="en-US" dirty="0">
                <a:latin typeface="TW Cen MT"/>
              </a:rPr>
              <a:t>Schippers </a:t>
            </a:r>
            <a:r>
              <a:rPr lang="en-US" dirty="0" err="1">
                <a:latin typeface="TW Cen MT"/>
              </a:rPr>
              <a:t>meren</a:t>
            </a:r>
            <a:r>
              <a:rPr lang="en-US" dirty="0">
                <a:latin typeface="TW Cen MT"/>
              </a:rPr>
              <a:t> nu </a:t>
            </a:r>
            <a:r>
              <a:rPr lang="en-US" dirty="0" err="1">
                <a:latin typeface="TW Cen MT"/>
              </a:rPr>
              <a:t>zelfstandig</a:t>
            </a:r>
            <a:r>
              <a:rPr lang="en-US" dirty="0">
                <a:latin typeface="TW Cen MT"/>
              </a:rPr>
              <a:t> </a:t>
            </a:r>
            <a:r>
              <a:rPr lang="en-US" dirty="0" err="1">
                <a:latin typeface="TW Cen MT"/>
              </a:rPr>
              <a:t>aan</a:t>
            </a:r>
            <a:endParaRPr lang="en-US" dirty="0">
              <a:latin typeface="TW Cen MT"/>
            </a:endParaRPr>
          </a:p>
          <a:p>
            <a:r>
              <a:rPr lang="en-US" dirty="0" err="1">
                <a:latin typeface="TW Cen MT"/>
              </a:rPr>
              <a:t>Niet</a:t>
            </a:r>
            <a:r>
              <a:rPr lang="en-US" dirty="0">
                <a:latin typeface="TW Cen MT"/>
              </a:rPr>
              <a:t> </a:t>
            </a:r>
            <a:r>
              <a:rPr lang="nl-NL" dirty="0">
                <a:latin typeface="TW Cen MT"/>
              </a:rPr>
              <a:t>efficiënt; energie en bemanning</a:t>
            </a:r>
            <a:endParaRPr lang="nl-NL" dirty="0"/>
          </a:p>
          <a:p>
            <a:r>
              <a:rPr lang="nl-NL" dirty="0"/>
              <a:t>Reeds bestaande sensoren:</a:t>
            </a:r>
          </a:p>
          <a:p>
            <a:pPr lvl="1"/>
            <a:r>
              <a:rPr lang="nl-NL" dirty="0"/>
              <a:t>Niet open source</a:t>
            </a:r>
          </a:p>
          <a:p>
            <a:pPr lvl="1"/>
            <a:r>
              <a:rPr lang="nl-NL" dirty="0"/>
              <a:t>Niet ‘smart’</a:t>
            </a:r>
          </a:p>
          <a:p>
            <a:pPr lvl="1"/>
            <a:r>
              <a:rPr lang="nl-NL" dirty="0"/>
              <a:t>Duur &amp; lastig te onderhouden</a:t>
            </a:r>
          </a:p>
        </p:txBody>
      </p:sp>
      <p:pic>
        <p:nvPicPr>
          <p:cNvPr id="5" name="Picture 2" descr="Afbeelding met Lettertype, Graphics, logo, grafische vormgeving&#10;&#10;Door AI gegenereerde inhoud is mogelijk onjuist.">
            <a:extLst>
              <a:ext uri="{FF2B5EF4-FFF2-40B4-BE49-F238E27FC236}">
                <a16:creationId xmlns:a16="http://schemas.microsoft.com/office/drawing/2014/main" id="{DF51359C-97F5-AEDD-BEB9-A6DC4C417B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2234" y="93280"/>
            <a:ext cx="4669766" cy="898078"/>
          </a:xfrm>
          <a:prstGeom prst="rect">
            <a:avLst/>
          </a:prstGeom>
          <a:noFill/>
          <a:extLst>
            <a:ext uri="{909E8E84-426E-40DD-AFC4-6F175D3DCCD1}">
              <a14:hiddenFill xmlns:a14="http://schemas.microsoft.com/office/drawing/2010/main">
                <a:solidFill>
                  <a:srgbClr val="FFFFFF"/>
                </a:solidFill>
              </a14:hiddenFill>
            </a:ext>
          </a:extLst>
        </p:spPr>
      </p:pic>
      <p:pic>
        <p:nvPicPr>
          <p:cNvPr id="6" name="Audio 5">
            <a:extLst>
              <a:ext uri="{FF2B5EF4-FFF2-40B4-BE49-F238E27FC236}">
                <a16:creationId xmlns:a16="http://schemas.microsoft.com/office/drawing/2014/main" id="{83F7E495-5563-CB5E-8E74-63CE18BC32D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416002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41216">
        <p159:morph option="byObject"/>
      </p:transition>
    </mc:Choice>
    <mc:Fallback>
      <p:transition spd="slow" advClick="0" advTm="4121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73DA2-A95D-A6DE-A732-338BF4A6D68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1C7AAB8-5076-DECC-1928-911771ABD3A9}"/>
              </a:ext>
            </a:extLst>
          </p:cNvPr>
          <p:cNvSpPr>
            <a:spLocks noGrp="1"/>
          </p:cNvSpPr>
          <p:nvPr>
            <p:ph type="title"/>
          </p:nvPr>
        </p:nvSpPr>
        <p:spPr>
          <a:xfrm>
            <a:off x="938213" y="446009"/>
            <a:ext cx="9905998" cy="1478570"/>
          </a:xfrm>
        </p:spPr>
        <p:txBody>
          <a:bodyPr/>
          <a:lstStyle/>
          <a:p>
            <a:r>
              <a:rPr lang="nl-NL"/>
              <a:t>Onze oplossing</a:t>
            </a:r>
          </a:p>
        </p:txBody>
      </p:sp>
      <p:sp>
        <p:nvSpPr>
          <p:cNvPr id="3" name="Tijdelijke aanduiding voor inhoud 2">
            <a:extLst>
              <a:ext uri="{FF2B5EF4-FFF2-40B4-BE49-F238E27FC236}">
                <a16:creationId xmlns:a16="http://schemas.microsoft.com/office/drawing/2014/main" id="{9D5EE233-34D7-EDA1-0EE8-BF259914A303}"/>
              </a:ext>
            </a:extLst>
          </p:cNvPr>
          <p:cNvSpPr>
            <a:spLocks noGrp="1"/>
          </p:cNvSpPr>
          <p:nvPr>
            <p:ph idx="1"/>
          </p:nvPr>
        </p:nvSpPr>
        <p:spPr>
          <a:xfrm>
            <a:off x="938213" y="1988768"/>
            <a:ext cx="4323472" cy="3541714"/>
          </a:xfrm>
        </p:spPr>
        <p:txBody>
          <a:bodyPr vert="horz" lIns="91440" tIns="45720" rIns="91440" bIns="45720" rtlCol="0" anchor="t">
            <a:normAutofit/>
          </a:bodyPr>
          <a:lstStyle/>
          <a:p>
            <a:pPr>
              <a:lnSpc>
                <a:spcPct val="110000"/>
              </a:lnSpc>
            </a:pPr>
            <a:r>
              <a:rPr lang="en-US" dirty="0"/>
              <a:t>Een </a:t>
            </a:r>
            <a:r>
              <a:rPr lang="en-US" dirty="0" err="1"/>
              <a:t>sensormodule</a:t>
            </a:r>
            <a:r>
              <a:rPr lang="en-US" dirty="0"/>
              <a:t> die </a:t>
            </a:r>
            <a:r>
              <a:rPr lang="en-US" dirty="0" err="1"/>
              <a:t>makkelijk</a:t>
            </a:r>
            <a:r>
              <a:rPr lang="en-US" dirty="0"/>
              <a:t> is in </a:t>
            </a:r>
            <a:r>
              <a:rPr lang="en-US" dirty="0" err="1"/>
              <a:t>gebruik</a:t>
            </a:r>
            <a:r>
              <a:rPr lang="en-US" dirty="0"/>
              <a:t>, </a:t>
            </a:r>
            <a:r>
              <a:rPr lang="en-US" dirty="0" err="1"/>
              <a:t>denk</a:t>
            </a:r>
            <a:r>
              <a:rPr lang="en-US" dirty="0"/>
              <a:t> </a:t>
            </a:r>
            <a:r>
              <a:rPr lang="en-US" dirty="0" err="1"/>
              <a:t>aan</a:t>
            </a:r>
            <a:r>
              <a:rPr lang="en-US" dirty="0"/>
              <a:t> </a:t>
            </a:r>
            <a:r>
              <a:rPr lang="en-US" dirty="0" err="1"/>
              <a:t>onderhoud</a:t>
            </a:r>
            <a:r>
              <a:rPr lang="en-US" dirty="0"/>
              <a:t>, </a:t>
            </a:r>
            <a:r>
              <a:rPr lang="en-US" dirty="0" err="1"/>
              <a:t>vervanging</a:t>
            </a:r>
            <a:r>
              <a:rPr lang="en-US" dirty="0"/>
              <a:t> of </a:t>
            </a:r>
            <a:r>
              <a:rPr lang="en-US" dirty="0" err="1"/>
              <a:t>installatie</a:t>
            </a:r>
            <a:endParaRPr lang="en-US" dirty="0"/>
          </a:p>
          <a:p>
            <a:pPr>
              <a:lnSpc>
                <a:spcPct val="110000"/>
              </a:lnSpc>
            </a:pPr>
            <a:r>
              <a:rPr lang="en-US" dirty="0" err="1"/>
              <a:t>Aparte</a:t>
            </a:r>
            <a:r>
              <a:rPr lang="en-US" dirty="0"/>
              <a:t> modules</a:t>
            </a:r>
          </a:p>
          <a:p>
            <a:pPr>
              <a:lnSpc>
                <a:spcPct val="110000"/>
              </a:lnSpc>
            </a:pPr>
            <a:r>
              <a:rPr lang="en-US" dirty="0"/>
              <a:t>SDI</a:t>
            </a:r>
          </a:p>
        </p:txBody>
      </p:sp>
      <p:pic>
        <p:nvPicPr>
          <p:cNvPr id="5" name="Picture 2" descr="Afbeelding met Lettertype, Graphics, logo, grafische vormgeving&#10;&#10;Door AI gegenereerde inhoud is mogelijk onjuist.">
            <a:extLst>
              <a:ext uri="{FF2B5EF4-FFF2-40B4-BE49-F238E27FC236}">
                <a16:creationId xmlns:a16="http://schemas.microsoft.com/office/drawing/2014/main" id="{EAE603B2-DB54-7101-E3DE-BC57A2FDB4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2234" y="93280"/>
            <a:ext cx="4669766" cy="898078"/>
          </a:xfrm>
          <a:prstGeom prst="rect">
            <a:avLst/>
          </a:prstGeom>
          <a:noFill/>
          <a:extLst>
            <a:ext uri="{909E8E84-426E-40DD-AFC4-6F175D3DCCD1}">
              <a14:hiddenFill xmlns:a14="http://schemas.microsoft.com/office/drawing/2010/main">
                <a:solidFill>
                  <a:srgbClr val="FFFFFF"/>
                </a:solidFill>
              </a14:hiddenFill>
            </a:ext>
          </a:extLst>
        </p:spPr>
      </p:pic>
      <p:pic>
        <p:nvPicPr>
          <p:cNvPr id="4" name="Afbeelding 3" descr="Afbeelding met tekenfilm, schermopname&#10;&#10;Door AI gegenereerde inhoud is mogelijk onjuist.">
            <a:extLst>
              <a:ext uri="{FF2B5EF4-FFF2-40B4-BE49-F238E27FC236}">
                <a16:creationId xmlns:a16="http://schemas.microsoft.com/office/drawing/2014/main" id="{34617DC7-7644-B044-33F0-B282F943A2DD}"/>
              </a:ext>
            </a:extLst>
          </p:cNvPr>
          <p:cNvPicPr>
            <a:picLocks noChangeAspect="1"/>
          </p:cNvPicPr>
          <p:nvPr/>
        </p:nvPicPr>
        <p:blipFill>
          <a:blip r:embed="rId6"/>
          <a:stretch>
            <a:fillRect/>
          </a:stretch>
        </p:blipFill>
        <p:spPr>
          <a:xfrm>
            <a:off x="6096000" y="1988768"/>
            <a:ext cx="5312573" cy="3541715"/>
          </a:xfrm>
          <a:prstGeom prst="rect">
            <a:avLst/>
          </a:prstGeom>
        </p:spPr>
      </p:pic>
      <p:pic>
        <p:nvPicPr>
          <p:cNvPr id="7" name="Audio 6">
            <a:extLst>
              <a:ext uri="{FF2B5EF4-FFF2-40B4-BE49-F238E27FC236}">
                <a16:creationId xmlns:a16="http://schemas.microsoft.com/office/drawing/2014/main" id="{E8EBA49B-09C2-EE5E-9834-AABC761668B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879248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43114">
        <p159:morph option="byObject"/>
      </p:transition>
    </mc:Choice>
    <mc:Fallback>
      <p:transition spd="slow" advClick="0" advTm="4311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41B330D4-1C41-F3FB-2E88-1B7362F5191D}"/>
              </a:ext>
            </a:extLst>
          </p:cNvPr>
          <p:cNvSpPr/>
          <p:nvPr/>
        </p:nvSpPr>
        <p:spPr>
          <a:xfrm>
            <a:off x="513094" y="2619022"/>
            <a:ext cx="3686373" cy="2913098"/>
          </a:xfrm>
          <a:prstGeom prst="rect">
            <a:avLst/>
          </a:prstGeom>
          <a:solidFill>
            <a:schemeClr val="tx1"/>
          </a:solidFill>
          <a:effectLst>
            <a:softEdge rad="29634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26" name="Picture 2" descr="XE125 Evaluation Board for XM125 - Acconeer | Mouser">
            <a:extLst>
              <a:ext uri="{FF2B5EF4-FFF2-40B4-BE49-F238E27FC236}">
                <a16:creationId xmlns:a16="http://schemas.microsoft.com/office/drawing/2014/main" id="{1ED71954-655C-CF78-C61F-354BAA8304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4539" y="3158067"/>
            <a:ext cx="2489512" cy="18090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fbeelding met Lettertype, Graphics, logo, grafische vormgeving&#10;&#10;Door AI gegenereerde inhoud is mogelijk onjuist.">
            <a:extLst>
              <a:ext uri="{FF2B5EF4-FFF2-40B4-BE49-F238E27FC236}">
                <a16:creationId xmlns:a16="http://schemas.microsoft.com/office/drawing/2014/main" id="{CABC2F3E-7230-EA04-4283-8DAC9127C4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22234" y="93280"/>
            <a:ext cx="4669766" cy="898078"/>
          </a:xfrm>
          <a:prstGeom prst="rect">
            <a:avLst/>
          </a:prstGeom>
          <a:noFill/>
          <a:extLst>
            <a:ext uri="{909E8E84-426E-40DD-AFC4-6F175D3DCCD1}">
              <a14:hiddenFill xmlns:a14="http://schemas.microsoft.com/office/drawing/2010/main">
                <a:solidFill>
                  <a:srgbClr val="FFFFFF"/>
                </a:solidFill>
              </a14:hiddenFill>
            </a:ext>
          </a:extLst>
        </p:spPr>
      </p:pic>
      <p:sp>
        <p:nvSpPr>
          <p:cNvPr id="8" name="Titel 1">
            <a:extLst>
              <a:ext uri="{FF2B5EF4-FFF2-40B4-BE49-F238E27FC236}">
                <a16:creationId xmlns:a16="http://schemas.microsoft.com/office/drawing/2014/main" id="{1351A8E2-EB2C-C286-F0F3-45FCD16854CC}"/>
              </a:ext>
            </a:extLst>
          </p:cNvPr>
          <p:cNvSpPr>
            <a:spLocks noGrp="1"/>
          </p:cNvSpPr>
          <p:nvPr>
            <p:ph type="title"/>
          </p:nvPr>
        </p:nvSpPr>
        <p:spPr>
          <a:xfrm>
            <a:off x="938213" y="446009"/>
            <a:ext cx="9905998" cy="1478570"/>
          </a:xfrm>
        </p:spPr>
        <p:txBody>
          <a:bodyPr/>
          <a:lstStyle/>
          <a:p>
            <a:r>
              <a:rPr lang="nl-NL" dirty="0"/>
              <a:t>Inhoudelijk</a:t>
            </a:r>
          </a:p>
        </p:txBody>
      </p:sp>
      <p:pic>
        <p:nvPicPr>
          <p:cNvPr id="2" name="Picture 2" descr="Raspberry Pi 5 8 GB BCM2712 2.4GHZ">
            <a:extLst>
              <a:ext uri="{FF2B5EF4-FFF2-40B4-BE49-F238E27FC236}">
                <a16:creationId xmlns:a16="http://schemas.microsoft.com/office/drawing/2014/main" id="{2626D2B2-C38B-2A0F-C829-F6E6C8A279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51779" y="2740627"/>
            <a:ext cx="2845682" cy="2786975"/>
          </a:xfrm>
          <a:prstGeom prst="rect">
            <a:avLst/>
          </a:prstGeom>
          <a:noFill/>
          <a:effectLst>
            <a:softEdge rad="176103"/>
          </a:effectLst>
          <a:extLst>
            <a:ext uri="{909E8E84-426E-40DD-AFC4-6F175D3DCCD1}">
              <a14:hiddenFill xmlns:a14="http://schemas.microsoft.com/office/drawing/2010/main">
                <a:solidFill>
                  <a:srgbClr val="FFFFFF"/>
                </a:solidFill>
              </a14:hiddenFill>
            </a:ext>
          </a:extLst>
        </p:spPr>
      </p:pic>
      <p:sp>
        <p:nvSpPr>
          <p:cNvPr id="3" name="Rechthoek 2">
            <a:extLst>
              <a:ext uri="{FF2B5EF4-FFF2-40B4-BE49-F238E27FC236}">
                <a16:creationId xmlns:a16="http://schemas.microsoft.com/office/drawing/2014/main" id="{5BA8C2D3-8655-8788-5111-5AD7176A1ED8}"/>
              </a:ext>
            </a:extLst>
          </p:cNvPr>
          <p:cNvSpPr/>
          <p:nvPr/>
        </p:nvSpPr>
        <p:spPr>
          <a:xfrm>
            <a:off x="4337191" y="2660428"/>
            <a:ext cx="3686373" cy="2913098"/>
          </a:xfrm>
          <a:prstGeom prst="rect">
            <a:avLst/>
          </a:prstGeom>
          <a:solidFill>
            <a:schemeClr val="tx1"/>
          </a:solidFill>
          <a:effectLst>
            <a:softEdge rad="29634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28" name="Picture 4" descr="16x2 Karakters lcd module blauw 5V">
            <a:extLst>
              <a:ext uri="{FF2B5EF4-FFF2-40B4-BE49-F238E27FC236}">
                <a16:creationId xmlns:a16="http://schemas.microsoft.com/office/drawing/2014/main" id="{A31A415F-7B36-8DDB-2E58-F18C7973C1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29325" y="2992424"/>
            <a:ext cx="3302107" cy="2300452"/>
          </a:xfrm>
          <a:prstGeom prst="rect">
            <a:avLst/>
          </a:prstGeom>
          <a:noFill/>
          <a:extLst>
            <a:ext uri="{909E8E84-426E-40DD-AFC4-6F175D3DCCD1}">
              <a14:hiddenFill xmlns:a14="http://schemas.microsoft.com/office/drawing/2010/main">
                <a:solidFill>
                  <a:srgbClr val="FFFFFF"/>
                </a:solidFill>
              </a14:hiddenFill>
            </a:ext>
          </a:extLst>
        </p:spPr>
      </p:pic>
      <p:sp>
        <p:nvSpPr>
          <p:cNvPr id="7" name="Tekstvak 6">
            <a:extLst>
              <a:ext uri="{FF2B5EF4-FFF2-40B4-BE49-F238E27FC236}">
                <a16:creationId xmlns:a16="http://schemas.microsoft.com/office/drawing/2014/main" id="{5DB528C6-4FFB-28D2-4231-C6C36A6B04FD}"/>
              </a:ext>
            </a:extLst>
          </p:cNvPr>
          <p:cNvSpPr txBox="1"/>
          <p:nvPr/>
        </p:nvSpPr>
        <p:spPr>
          <a:xfrm>
            <a:off x="1065083" y="2223727"/>
            <a:ext cx="3134384" cy="369332"/>
          </a:xfrm>
          <a:prstGeom prst="rect">
            <a:avLst/>
          </a:prstGeom>
          <a:noFill/>
        </p:spPr>
        <p:txBody>
          <a:bodyPr wrap="none" rtlCol="0">
            <a:spAutoFit/>
          </a:bodyPr>
          <a:lstStyle/>
          <a:p>
            <a:r>
              <a:rPr lang="nl-NL" dirty="0"/>
              <a:t>XE125 Evaluation board (A121)</a:t>
            </a:r>
          </a:p>
        </p:txBody>
      </p:sp>
      <p:sp>
        <p:nvSpPr>
          <p:cNvPr id="9" name="Tekstvak 8">
            <a:extLst>
              <a:ext uri="{FF2B5EF4-FFF2-40B4-BE49-F238E27FC236}">
                <a16:creationId xmlns:a16="http://schemas.microsoft.com/office/drawing/2014/main" id="{0AC0A588-2560-642D-58A4-9B7CBBD63F7D}"/>
              </a:ext>
            </a:extLst>
          </p:cNvPr>
          <p:cNvSpPr txBox="1"/>
          <p:nvPr/>
        </p:nvSpPr>
        <p:spPr>
          <a:xfrm>
            <a:off x="9102400" y="2277308"/>
            <a:ext cx="1554015" cy="369332"/>
          </a:xfrm>
          <a:prstGeom prst="rect">
            <a:avLst/>
          </a:prstGeom>
          <a:noFill/>
        </p:spPr>
        <p:txBody>
          <a:bodyPr wrap="none" rtlCol="0">
            <a:spAutoFit/>
          </a:bodyPr>
          <a:lstStyle/>
          <a:p>
            <a:r>
              <a:rPr lang="nl-NL" dirty="0" err="1"/>
              <a:t>Raspberry</a:t>
            </a:r>
            <a:r>
              <a:rPr lang="nl-NL" dirty="0"/>
              <a:t> Pi 5</a:t>
            </a:r>
          </a:p>
        </p:txBody>
      </p:sp>
      <p:sp>
        <p:nvSpPr>
          <p:cNvPr id="10" name="Tekstvak 9">
            <a:extLst>
              <a:ext uri="{FF2B5EF4-FFF2-40B4-BE49-F238E27FC236}">
                <a16:creationId xmlns:a16="http://schemas.microsoft.com/office/drawing/2014/main" id="{CAFB7DF1-EBAB-4899-5C60-844F3CC63185}"/>
              </a:ext>
            </a:extLst>
          </p:cNvPr>
          <p:cNvSpPr txBox="1"/>
          <p:nvPr/>
        </p:nvSpPr>
        <p:spPr>
          <a:xfrm>
            <a:off x="5541227" y="2277308"/>
            <a:ext cx="1278299" cy="369332"/>
          </a:xfrm>
          <a:prstGeom prst="rect">
            <a:avLst/>
          </a:prstGeom>
          <a:noFill/>
        </p:spPr>
        <p:txBody>
          <a:bodyPr wrap="none" rtlCol="0">
            <a:spAutoFit/>
          </a:bodyPr>
          <a:lstStyle/>
          <a:p>
            <a:r>
              <a:rPr lang="nl-NL" dirty="0"/>
              <a:t>LCD Scherm</a:t>
            </a:r>
          </a:p>
        </p:txBody>
      </p:sp>
      <p:pic>
        <p:nvPicPr>
          <p:cNvPr id="11" name="Audio 10">
            <a:extLst>
              <a:ext uri="{FF2B5EF4-FFF2-40B4-BE49-F238E27FC236}">
                <a16:creationId xmlns:a16="http://schemas.microsoft.com/office/drawing/2014/main" id="{9DDB3D0E-B4BD-0CD0-8849-A528623727A5}"/>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2465503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24672">
        <p159:morph option="byObject"/>
      </p:transition>
    </mc:Choice>
    <mc:Fallback>
      <p:transition spd="slow" advClick="0" advTm="2467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89C2E-F4AA-833C-E1DB-3876362B9677}"/>
            </a:ext>
          </a:extLst>
        </p:cNvPr>
        <p:cNvGrpSpPr/>
        <p:nvPr/>
      </p:nvGrpSpPr>
      <p:grpSpPr>
        <a:xfrm>
          <a:off x="0" y="0"/>
          <a:ext cx="0" cy="0"/>
          <a:chOff x="0" y="0"/>
          <a:chExt cx="0" cy="0"/>
        </a:xfrm>
      </p:grpSpPr>
      <p:pic>
        <p:nvPicPr>
          <p:cNvPr id="6" name="Picture 2" descr="Afbeelding met Lettertype, Graphics, logo, grafische vormgeving&#10;&#10;Door AI gegenereerde inhoud is mogelijk onjuist.">
            <a:extLst>
              <a:ext uri="{FF2B5EF4-FFF2-40B4-BE49-F238E27FC236}">
                <a16:creationId xmlns:a16="http://schemas.microsoft.com/office/drawing/2014/main" id="{40820132-F626-53DB-E5C4-7A87CEBC0E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2234" y="93280"/>
            <a:ext cx="4669766" cy="898078"/>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07B17261-7035-48B8-5338-EEC0A85C7769}"/>
              </a:ext>
            </a:extLst>
          </p:cNvPr>
          <p:cNvSpPr txBox="1">
            <a:spLocks/>
          </p:cNvSpPr>
          <p:nvPr/>
        </p:nvSpPr>
        <p:spPr>
          <a:xfrm>
            <a:off x="938213" y="446009"/>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nl-NL" dirty="0"/>
              <a:t>MQTT</a:t>
            </a:r>
          </a:p>
        </p:txBody>
      </p:sp>
      <p:pic>
        <p:nvPicPr>
          <p:cNvPr id="9" name="Picture 2" descr="What is MQTT (MQ Telemetry Transport) ❓">
            <a:extLst>
              <a:ext uri="{FF2B5EF4-FFF2-40B4-BE49-F238E27FC236}">
                <a16:creationId xmlns:a16="http://schemas.microsoft.com/office/drawing/2014/main" id="{E0F21C02-3BA1-8960-04D7-EB6B859779A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415" t="13998" r="6048" b="8163"/>
          <a:stretch>
            <a:fillRect/>
          </a:stretch>
        </p:blipFill>
        <p:spPr bwMode="auto">
          <a:xfrm>
            <a:off x="1927493" y="1734206"/>
            <a:ext cx="7927438" cy="4135061"/>
          </a:xfrm>
          <a:prstGeom prst="rect">
            <a:avLst/>
          </a:prstGeom>
          <a:noFill/>
          <a:effectLst>
            <a:softEdge rad="306413"/>
          </a:effectLst>
          <a:extLst>
            <a:ext uri="{909E8E84-426E-40DD-AFC4-6F175D3DCCD1}">
              <a14:hiddenFill xmlns:a14="http://schemas.microsoft.com/office/drawing/2010/main">
                <a:solidFill>
                  <a:srgbClr val="FFFFFF"/>
                </a:solidFill>
              </a14:hiddenFill>
            </a:ext>
          </a:extLst>
        </p:spPr>
      </p:pic>
      <p:pic>
        <p:nvPicPr>
          <p:cNvPr id="4" name="Audio 3">
            <a:extLst>
              <a:ext uri="{FF2B5EF4-FFF2-40B4-BE49-F238E27FC236}">
                <a16:creationId xmlns:a16="http://schemas.microsoft.com/office/drawing/2014/main" id="{79212BB2-F98C-6FA5-40D7-0BA3AF28B64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995810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31584">
        <p159:morph option="byObject"/>
      </p:transition>
    </mc:Choice>
    <mc:Fallback>
      <p:transition spd="slow" advClick="0" advTm="3158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6C2CF-C61E-BEF5-E266-4B0FE129A8FB}"/>
            </a:ext>
          </a:extLst>
        </p:cNvPr>
        <p:cNvGrpSpPr/>
        <p:nvPr/>
      </p:nvGrpSpPr>
      <p:grpSpPr>
        <a:xfrm>
          <a:off x="0" y="0"/>
          <a:ext cx="0" cy="0"/>
          <a:chOff x="0" y="0"/>
          <a:chExt cx="0" cy="0"/>
        </a:xfrm>
      </p:grpSpPr>
      <p:pic>
        <p:nvPicPr>
          <p:cNvPr id="6" name="Picture 2" descr="Afbeelding met Lettertype, Graphics, logo, grafische vormgeving&#10;&#10;Door AI gegenereerde inhoud is mogelijk onjuist.">
            <a:extLst>
              <a:ext uri="{FF2B5EF4-FFF2-40B4-BE49-F238E27FC236}">
                <a16:creationId xmlns:a16="http://schemas.microsoft.com/office/drawing/2014/main" id="{37D05B50-4736-94F1-C897-C839064483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2234" y="93280"/>
            <a:ext cx="4669766" cy="898078"/>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D858B28A-915F-5EAB-8B30-4DA9A056EF2C}"/>
              </a:ext>
            </a:extLst>
          </p:cNvPr>
          <p:cNvSpPr txBox="1">
            <a:spLocks/>
          </p:cNvSpPr>
          <p:nvPr/>
        </p:nvSpPr>
        <p:spPr>
          <a:xfrm>
            <a:off x="938213" y="446009"/>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nl-NL" dirty="0"/>
              <a:t>DEMO video</a:t>
            </a:r>
          </a:p>
        </p:txBody>
      </p:sp>
      <p:pic>
        <p:nvPicPr>
          <p:cNvPr id="3" name="MicrosoftTeams-video">
            <a:hlinkClick r:id="" action="ppaction://media"/>
            <a:extLst>
              <a:ext uri="{FF2B5EF4-FFF2-40B4-BE49-F238E27FC236}">
                <a16:creationId xmlns:a16="http://schemas.microsoft.com/office/drawing/2014/main" id="{0DF35BBE-C5A9-6887-5FB3-94649F02F3B6}"/>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0" y="0"/>
            <a:ext cx="12192000" cy="6858000"/>
          </a:xfrm>
          <a:prstGeom prst="rect">
            <a:avLst/>
          </a:prstGeom>
        </p:spPr>
      </p:pic>
      <p:pic>
        <p:nvPicPr>
          <p:cNvPr id="5" name="Audio 4">
            <a:extLst>
              <a:ext uri="{FF2B5EF4-FFF2-40B4-BE49-F238E27FC236}">
                <a16:creationId xmlns:a16="http://schemas.microsoft.com/office/drawing/2014/main" id="{A21D1BA8-23F1-8438-E28B-D4CC8A5F351E}"/>
              </a:ext>
            </a:extLst>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5251240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37731">
        <p159:morph option="byObject"/>
      </p:transition>
    </mc:Choice>
    <mc:Fallback>
      <p:transition spd="slow" advClick="0" advTm="3773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30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1" fill="hold" display="0">
                  <p:stCondLst>
                    <p:cond delay="indefinite"/>
                  </p:stCondLst>
                </p:cTn>
                <p:tgtEl>
                  <p:spTgt spid="3"/>
                </p:tgtEl>
              </p:cMediaNode>
            </p:video>
            <p:seq concurrent="1" nextAc="seek">
              <p:cTn id="12" restart="whenNotActive" fill="hold" evtFilter="cancelBubble" nodeType="interactiveSeq">
                <p:stCondLst>
                  <p:cond evt="onClick" delay="0">
                    <p:tgtEl>
                      <p:spTgt spid="3"/>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
                                        </p:tgtEl>
                                      </p:cBhvr>
                                    </p:cmd>
                                  </p:childTnLst>
                                </p:cTn>
                              </p:par>
                            </p:childTnLst>
                          </p:cTn>
                        </p:par>
                      </p:childTnLst>
                    </p:cTn>
                  </p:par>
                </p:childTnLst>
              </p:cTn>
              <p:nextCondLst>
                <p:cond evt="onClick" delay="0">
                  <p:tgtEl>
                    <p:spTgt spid="3"/>
                  </p:tgtEl>
                </p:cond>
              </p:nextCondLst>
            </p:seq>
            <p:audio isNarration="1">
              <p:cMediaNode vol="80000" showWhenStopped="0">
                <p:cTn id="17" fill="hold" display="0">
                  <p:stCondLst>
                    <p:cond delay="indefinite"/>
                  </p:stCondLst>
                  <p:endCondLst>
                    <p:cond evt="onStopAudio" delay="0">
                      <p:tgtEl>
                        <p:sldTgt/>
                      </p:tgtEl>
                    </p:cond>
                  </p:endCondLst>
                </p:cTn>
                <p:tgtEl>
                  <p:spTgt spid="5"/>
                </p:tgtEl>
              </p:cMediaNode>
            </p:audio>
          </p:childTnLst>
        </p:cTn>
      </p:par>
    </p:tnLst>
  </p:timing>
  <p:extLst>
    <p:ext uri="{E180D4A7-C9FB-4DFB-919C-405C955672EB}">
      <p14:showEvtLst xmlns:p14="http://schemas.microsoft.com/office/powerpoint/2010/main">
        <p14:playEvt time="3371" objId="3"/>
        <p14:stopEvt time="37731" objId="3"/>
      </p14:showEvtLst>
    </p:ext>
  </p:extLs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264</TotalTime>
  <Words>453</Words>
  <Application>Microsoft Macintosh PowerPoint</Application>
  <PresentationFormat>Breedbeeld</PresentationFormat>
  <Paragraphs>32</Paragraphs>
  <Slides>6</Slides>
  <Notes>6</Notes>
  <HiddenSlides>0</HiddenSlides>
  <MMClips>7</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6</vt:i4>
      </vt:variant>
    </vt:vector>
  </HeadingPairs>
  <TitlesOfParts>
    <vt:vector size="12" baseType="lpstr">
      <vt:lpstr>Al Nile</vt:lpstr>
      <vt:lpstr>Aptos</vt:lpstr>
      <vt:lpstr>Arial</vt:lpstr>
      <vt:lpstr>TW Cen MT</vt:lpstr>
      <vt:lpstr>TW Cen MT</vt:lpstr>
      <vt:lpstr>Circuit</vt:lpstr>
      <vt:lpstr>Autonoom manoeuvreren in de haven</vt:lpstr>
      <vt:lpstr>Probleem</vt:lpstr>
      <vt:lpstr>Onze oplossing</vt:lpstr>
      <vt:lpstr>Inhoudelijk</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Hidde Gerritsen (1079142)</dc:creator>
  <cp:lastModifiedBy>Hidde Gerritsen (1079142)</cp:lastModifiedBy>
  <cp:revision>1</cp:revision>
  <dcterms:created xsi:type="dcterms:W3CDTF">2025-02-14T14:23:52Z</dcterms:created>
  <dcterms:modified xsi:type="dcterms:W3CDTF">2025-06-06T12:24:59Z</dcterms:modified>
</cp:coreProperties>
</file>