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0" r:id="rId4"/>
    <p:sldId id="272" r:id="rId5"/>
    <p:sldId id="273" r:id="rId6"/>
    <p:sldId id="275" r:id="rId7"/>
    <p:sldId id="274" r:id="rId8"/>
    <p:sldId id="269" r:id="rId9"/>
    <p:sldId id="26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de Gerritsen (1079142)" userId="bd1019e9-fe7d-45bb-8938-4a3398eba8be" providerId="ADAL" clId="{8CC75E13-8196-8C4A-BF1B-A4F40094192E}"/>
    <pc:docChg chg="undo custSel addSld delSld modSld addSection delSection modSection">
      <pc:chgData name="Hidde Gerritsen (1079142)" userId="bd1019e9-fe7d-45bb-8938-4a3398eba8be" providerId="ADAL" clId="{8CC75E13-8196-8C4A-BF1B-A4F40094192E}" dt="2025-03-27T09:26:16.158" v="454" actId="1076"/>
      <pc:docMkLst>
        <pc:docMk/>
      </pc:docMkLst>
      <pc:sldChg chg="modSp mod">
        <pc:chgData name="Hidde Gerritsen (1079142)" userId="bd1019e9-fe7d-45bb-8938-4a3398eba8be" providerId="ADAL" clId="{8CC75E13-8196-8C4A-BF1B-A4F40094192E}" dt="2025-03-24T09:10:28.546" v="165" actId="1076"/>
        <pc:sldMkLst>
          <pc:docMk/>
          <pc:sldMk cId="1448387869" sldId="264"/>
        </pc:sldMkLst>
      </pc:sldChg>
      <pc:sldChg chg="modSp mod">
        <pc:chgData name="Hidde Gerritsen (1079142)" userId="bd1019e9-fe7d-45bb-8938-4a3398eba8be" providerId="ADAL" clId="{8CC75E13-8196-8C4A-BF1B-A4F40094192E}" dt="2025-03-24T09:19:36.610" v="334" actId="1076"/>
        <pc:sldMkLst>
          <pc:docMk/>
          <pc:sldMk cId="462427109" sldId="267"/>
        </pc:sldMkLst>
      </pc:sldChg>
      <pc:sldChg chg="modSp mod">
        <pc:chgData name="Hidde Gerritsen (1079142)" userId="bd1019e9-fe7d-45bb-8938-4a3398eba8be" providerId="ADAL" clId="{8CC75E13-8196-8C4A-BF1B-A4F40094192E}" dt="2025-03-24T09:05:34.239" v="1" actId="1076"/>
        <pc:sldMkLst>
          <pc:docMk/>
          <pc:sldMk cId="3316613587" sldId="268"/>
        </pc:sldMkLst>
      </pc:sldChg>
      <pc:sldChg chg="modSp mod">
        <pc:chgData name="Hidde Gerritsen (1079142)" userId="bd1019e9-fe7d-45bb-8938-4a3398eba8be" providerId="ADAL" clId="{8CC75E13-8196-8C4A-BF1B-A4F40094192E}" dt="2025-03-24T09:15:43.480" v="310"/>
        <pc:sldMkLst>
          <pc:docMk/>
          <pc:sldMk cId="2830931085" sldId="273"/>
        </pc:sldMkLst>
      </pc:sldChg>
      <pc:sldChg chg="addSp delSp modSp del mod">
        <pc:chgData name="Hidde Gerritsen (1079142)" userId="bd1019e9-fe7d-45bb-8938-4a3398eba8be" providerId="ADAL" clId="{8CC75E13-8196-8C4A-BF1B-A4F40094192E}" dt="2025-03-24T09:10:39.176" v="166" actId="2696"/>
        <pc:sldMkLst>
          <pc:docMk/>
          <pc:sldMk cId="88598599" sldId="275"/>
        </pc:sldMkLst>
      </pc:sldChg>
      <pc:sldChg chg="addSp delSp modSp add mod">
        <pc:chgData name="Hidde Gerritsen (1079142)" userId="bd1019e9-fe7d-45bb-8938-4a3398eba8be" providerId="ADAL" clId="{8CC75E13-8196-8C4A-BF1B-A4F40094192E}" dt="2025-03-24T09:07:17.773" v="19" actId="20577"/>
        <pc:sldMkLst>
          <pc:docMk/>
          <pc:sldMk cId="2937471029" sldId="276"/>
        </pc:sldMkLst>
      </pc:sldChg>
      <pc:sldChg chg="addSp delSp modSp add mod">
        <pc:chgData name="Hidde Gerritsen (1079142)" userId="bd1019e9-fe7d-45bb-8938-4a3398eba8be" providerId="ADAL" clId="{8CC75E13-8196-8C4A-BF1B-A4F40094192E}" dt="2025-03-27T09:26:16.158" v="454" actId="1076"/>
        <pc:sldMkLst>
          <pc:docMk/>
          <pc:sldMk cId="3966701848" sldId="277"/>
        </pc:sldMkLst>
      </pc:sldChg>
      <pc:sldChg chg="addSp delSp modSp add del mod">
        <pc:chgData name="Hidde Gerritsen (1079142)" userId="bd1019e9-fe7d-45bb-8938-4a3398eba8be" providerId="ADAL" clId="{8CC75E13-8196-8C4A-BF1B-A4F40094192E}" dt="2025-03-24T09:26:30.103" v="382" actId="2696"/>
        <pc:sldMkLst>
          <pc:docMk/>
          <pc:sldMk cId="3073004988" sldId="278"/>
        </pc:sldMkLst>
      </pc:sldChg>
      <pc:sldChg chg="addSp delSp modSp add mod">
        <pc:chgData name="Hidde Gerritsen (1079142)" userId="bd1019e9-fe7d-45bb-8938-4a3398eba8be" providerId="ADAL" clId="{8CC75E13-8196-8C4A-BF1B-A4F40094192E}" dt="2025-03-24T09:26:45.944" v="452" actId="20577"/>
        <pc:sldMkLst>
          <pc:docMk/>
          <pc:sldMk cId="3888164645" sldId="279"/>
        </pc:sldMkLst>
      </pc:sldChg>
    </pc:docChg>
  </pc:docChgLst>
  <pc:docChgLst>
    <pc:chgData name="Hidde Gerritsen (1079142)" userId="bd1019e9-fe7d-45bb-8938-4a3398eba8be" providerId="ADAL" clId="{E48DC0C5-B7F6-6746-9008-224035163101}"/>
    <pc:docChg chg="undo custSel addSld modSld">
      <pc:chgData name="Hidde Gerritsen (1079142)" userId="bd1019e9-fe7d-45bb-8938-4a3398eba8be" providerId="ADAL" clId="{E48DC0C5-B7F6-6746-9008-224035163101}" dt="2025-04-25T11:45:01.414" v="97" actId="1076"/>
      <pc:docMkLst>
        <pc:docMk/>
      </pc:docMkLst>
      <pc:sldChg chg="modSp mod">
        <pc:chgData name="Hidde Gerritsen (1079142)" userId="bd1019e9-fe7d-45bb-8938-4a3398eba8be" providerId="ADAL" clId="{E48DC0C5-B7F6-6746-9008-224035163101}" dt="2025-04-25T11:45:01.414" v="97" actId="1076"/>
        <pc:sldMkLst>
          <pc:docMk/>
          <pc:sldMk cId="3881030924" sldId="260"/>
        </pc:sldMkLst>
        <pc:picChg chg="mod">
          <ac:chgData name="Hidde Gerritsen (1079142)" userId="bd1019e9-fe7d-45bb-8938-4a3398eba8be" providerId="ADAL" clId="{E48DC0C5-B7F6-6746-9008-224035163101}" dt="2025-04-25T11:45:01.414" v="97" actId="1076"/>
          <ac:picMkLst>
            <pc:docMk/>
            <pc:sldMk cId="3881030924" sldId="260"/>
            <ac:picMk id="5" creationId="{3D56CF32-C67A-7366-42E5-FF218D371A84}"/>
          </ac:picMkLst>
        </pc:picChg>
      </pc:sldChg>
      <pc:sldChg chg="addSp delSp modSp mod">
        <pc:chgData name="Hidde Gerritsen (1079142)" userId="bd1019e9-fe7d-45bb-8938-4a3398eba8be" providerId="ADAL" clId="{E48DC0C5-B7F6-6746-9008-224035163101}" dt="2025-04-25T11:43:09.782" v="95" actId="20577"/>
        <pc:sldMkLst>
          <pc:docMk/>
          <pc:sldMk cId="3438125216" sldId="267"/>
        </pc:sldMkLst>
        <pc:spChg chg="mod">
          <ac:chgData name="Hidde Gerritsen (1079142)" userId="bd1019e9-fe7d-45bb-8938-4a3398eba8be" providerId="ADAL" clId="{E48DC0C5-B7F6-6746-9008-224035163101}" dt="2025-04-25T11:43:09.782" v="95" actId="20577"/>
          <ac:spMkLst>
            <pc:docMk/>
            <pc:sldMk cId="3438125216" sldId="267"/>
            <ac:spMk id="3" creationId="{40F7FA98-8EBA-303A-CA2A-695287FF11D4}"/>
          </ac:spMkLst>
        </pc:spChg>
        <pc:picChg chg="add del mod">
          <ac:chgData name="Hidde Gerritsen (1079142)" userId="bd1019e9-fe7d-45bb-8938-4a3398eba8be" providerId="ADAL" clId="{E48DC0C5-B7F6-6746-9008-224035163101}" dt="2025-04-25T08:28:34.698" v="8" actId="478"/>
          <ac:picMkLst>
            <pc:docMk/>
            <pc:sldMk cId="3438125216" sldId="267"/>
            <ac:picMk id="7" creationId="{E11B000F-3D2A-4715-9865-D764D78BB39D}"/>
          </ac:picMkLst>
        </pc:picChg>
      </pc:sldChg>
      <pc:sldChg chg="delSp modSp add mod modAnim">
        <pc:chgData name="Hidde Gerritsen (1079142)" userId="bd1019e9-fe7d-45bb-8938-4a3398eba8be" providerId="ADAL" clId="{E48DC0C5-B7F6-6746-9008-224035163101}" dt="2025-04-25T08:29:18.500" v="38" actId="20577"/>
        <pc:sldMkLst>
          <pc:docMk/>
          <pc:sldMk cId="2427738870" sldId="270"/>
        </pc:sldMkLst>
        <pc:spChg chg="mod">
          <ac:chgData name="Hidde Gerritsen (1079142)" userId="bd1019e9-fe7d-45bb-8938-4a3398eba8be" providerId="ADAL" clId="{E48DC0C5-B7F6-6746-9008-224035163101}" dt="2025-04-25T08:29:18.500" v="38" actId="20577"/>
          <ac:spMkLst>
            <pc:docMk/>
            <pc:sldMk cId="2427738870" sldId="270"/>
            <ac:spMk id="3" creationId="{EBE06101-738E-FA0A-70CA-2E6BA5A3C1FC}"/>
          </ac:spMkLst>
        </pc:spChg>
        <pc:picChg chg="del">
          <ac:chgData name="Hidde Gerritsen (1079142)" userId="bd1019e9-fe7d-45bb-8938-4a3398eba8be" providerId="ADAL" clId="{E48DC0C5-B7F6-6746-9008-224035163101}" dt="2025-04-25T08:28:37.051" v="9" actId="478"/>
          <ac:picMkLst>
            <pc:docMk/>
            <pc:sldMk cId="2427738870" sldId="270"/>
            <ac:picMk id="6" creationId="{9E73F652-E732-497D-08B5-3F69DA6D02C4}"/>
          </ac:picMkLst>
        </pc:picChg>
        <pc:picChg chg="mod">
          <ac:chgData name="Hidde Gerritsen (1079142)" userId="bd1019e9-fe7d-45bb-8938-4a3398eba8be" providerId="ADAL" clId="{E48DC0C5-B7F6-6746-9008-224035163101}" dt="2025-04-25T08:28:45.104" v="12" actId="1076"/>
          <ac:picMkLst>
            <pc:docMk/>
            <pc:sldMk cId="2427738870" sldId="270"/>
            <ac:picMk id="7" creationId="{623E00E6-5FC6-A4B9-6317-A04967A6C617}"/>
          </ac:picMkLst>
        </pc:picChg>
      </pc:sldChg>
      <pc:sldChg chg="addSp delSp modSp add mod">
        <pc:chgData name="Hidde Gerritsen (1079142)" userId="bd1019e9-fe7d-45bb-8938-4a3398eba8be" providerId="ADAL" clId="{E48DC0C5-B7F6-6746-9008-224035163101}" dt="2025-04-25T11:42:20.680" v="93" actId="5793"/>
        <pc:sldMkLst>
          <pc:docMk/>
          <pc:sldMk cId="775775022" sldId="271"/>
        </pc:sldMkLst>
        <pc:spChg chg="mod">
          <ac:chgData name="Hidde Gerritsen (1079142)" userId="bd1019e9-fe7d-45bb-8938-4a3398eba8be" providerId="ADAL" clId="{E48DC0C5-B7F6-6746-9008-224035163101}" dt="2025-04-25T11:42:20.680" v="93" actId="5793"/>
          <ac:spMkLst>
            <pc:docMk/>
            <pc:sldMk cId="775775022" sldId="271"/>
            <ac:spMk id="2" creationId="{97F077C3-1ADB-2E17-4851-C575FD157709}"/>
          </ac:spMkLst>
        </pc:spChg>
        <pc:spChg chg="del">
          <ac:chgData name="Hidde Gerritsen (1079142)" userId="bd1019e9-fe7d-45bb-8938-4a3398eba8be" providerId="ADAL" clId="{E48DC0C5-B7F6-6746-9008-224035163101}" dt="2025-04-25T11:28:47.715" v="46" actId="21"/>
          <ac:spMkLst>
            <pc:docMk/>
            <pc:sldMk cId="775775022" sldId="271"/>
            <ac:spMk id="3" creationId="{F9C6B33F-630B-2813-7DE9-9DE0E20ADD4C}"/>
          </ac:spMkLst>
        </pc:spChg>
        <pc:spChg chg="add del mod">
          <ac:chgData name="Hidde Gerritsen (1079142)" userId="bd1019e9-fe7d-45bb-8938-4a3398eba8be" providerId="ADAL" clId="{E48DC0C5-B7F6-6746-9008-224035163101}" dt="2025-04-25T11:28:49.021" v="47"/>
          <ac:spMkLst>
            <pc:docMk/>
            <pc:sldMk cId="775775022" sldId="271"/>
            <ac:spMk id="6" creationId="{FC6C553D-8220-4C28-C3C4-07F786F1EF73}"/>
          </ac:spMkLst>
        </pc:spChg>
        <pc:spChg chg="add mod">
          <ac:chgData name="Hidde Gerritsen (1079142)" userId="bd1019e9-fe7d-45bb-8938-4a3398eba8be" providerId="ADAL" clId="{E48DC0C5-B7F6-6746-9008-224035163101}" dt="2025-04-25T11:41:42.114" v="80" actId="1076"/>
          <ac:spMkLst>
            <pc:docMk/>
            <pc:sldMk cId="775775022" sldId="271"/>
            <ac:spMk id="13" creationId="{14A8B94F-8324-5F41-1EDF-6FC69617CD38}"/>
          </ac:spMkLst>
        </pc:spChg>
        <pc:spChg chg="add mod">
          <ac:chgData name="Hidde Gerritsen (1079142)" userId="bd1019e9-fe7d-45bb-8938-4a3398eba8be" providerId="ADAL" clId="{E48DC0C5-B7F6-6746-9008-224035163101}" dt="2025-04-25T11:41:55.735" v="82" actId="14100"/>
          <ac:spMkLst>
            <pc:docMk/>
            <pc:sldMk cId="775775022" sldId="271"/>
            <ac:spMk id="14" creationId="{C61910C2-BA2A-FF4B-6C4E-C562ABAAB0B2}"/>
          </ac:spMkLst>
        </pc:spChg>
        <pc:spChg chg="add mod">
          <ac:chgData name="Hidde Gerritsen (1079142)" userId="bd1019e9-fe7d-45bb-8938-4a3398eba8be" providerId="ADAL" clId="{E48DC0C5-B7F6-6746-9008-224035163101}" dt="2025-04-25T11:42:05.169" v="85" actId="14100"/>
          <ac:spMkLst>
            <pc:docMk/>
            <pc:sldMk cId="775775022" sldId="271"/>
            <ac:spMk id="15" creationId="{843FFB69-6D54-B441-58D4-DD213A38B1D7}"/>
          </ac:spMkLst>
        </pc:spChg>
        <pc:picChg chg="add mod">
          <ac:chgData name="Hidde Gerritsen (1079142)" userId="bd1019e9-fe7d-45bb-8938-4a3398eba8be" providerId="ADAL" clId="{E48DC0C5-B7F6-6746-9008-224035163101}" dt="2025-04-25T11:29:15.088" v="57" actId="1076"/>
          <ac:picMkLst>
            <pc:docMk/>
            <pc:sldMk cId="775775022" sldId="271"/>
            <ac:picMk id="8" creationId="{DF6FCD67-36B3-E0DB-1BF6-4EA1598B08E4}"/>
          </ac:picMkLst>
        </pc:picChg>
        <pc:picChg chg="add mod">
          <ac:chgData name="Hidde Gerritsen (1079142)" userId="bd1019e9-fe7d-45bb-8938-4a3398eba8be" providerId="ADAL" clId="{E48DC0C5-B7F6-6746-9008-224035163101}" dt="2025-04-25T11:29:15.088" v="57" actId="1076"/>
          <ac:picMkLst>
            <pc:docMk/>
            <pc:sldMk cId="775775022" sldId="271"/>
            <ac:picMk id="10" creationId="{D55099EC-128B-0086-0E27-FEE7030FDC51}"/>
          </ac:picMkLst>
        </pc:picChg>
        <pc:picChg chg="add mod">
          <ac:chgData name="Hidde Gerritsen (1079142)" userId="bd1019e9-fe7d-45bb-8938-4a3398eba8be" providerId="ADAL" clId="{E48DC0C5-B7F6-6746-9008-224035163101}" dt="2025-04-25T11:41:19.955" v="78" actId="1076"/>
          <ac:picMkLst>
            <pc:docMk/>
            <pc:sldMk cId="775775022" sldId="271"/>
            <ac:picMk id="12" creationId="{AA4136BD-2F23-2247-1210-8F7DCF1BF019}"/>
          </ac:picMkLst>
        </pc:picChg>
      </pc:sldChg>
    </pc:docChg>
  </pc:docChgLst>
  <pc:docChgLst>
    <pc:chgData name="Mees van der Waal (1052159)" userId="S::1052159@hr.nl::f47bb1cd-9a7d-4d84-91da-2dc9c3e5f91c" providerId="AD" clId="Web-{3BC2FEB3-5FE6-D2B0-83EF-43D3F212C5F8}"/>
    <pc:docChg chg="modSld">
      <pc:chgData name="Mees van der Waal (1052159)" userId="S::1052159@hr.nl::f47bb1cd-9a7d-4d84-91da-2dc9c3e5f91c" providerId="AD" clId="Web-{3BC2FEB3-5FE6-D2B0-83EF-43D3F212C5F8}" dt="2025-03-21T11:11:31.438" v="104" actId="20577"/>
      <pc:docMkLst>
        <pc:docMk/>
      </pc:docMkLst>
      <pc:sldChg chg="addSp delSp modSp">
        <pc:chgData name="Mees van der Waal (1052159)" userId="S::1052159@hr.nl::f47bb1cd-9a7d-4d84-91da-2dc9c3e5f91c" providerId="AD" clId="Web-{3BC2FEB3-5FE6-D2B0-83EF-43D3F212C5F8}" dt="2025-03-21T11:03:11.908" v="29"/>
        <pc:sldMkLst>
          <pc:docMk/>
          <pc:sldMk cId="1448387869" sldId="264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11:15.782" v="87" actId="20577"/>
        <pc:sldMkLst>
          <pc:docMk/>
          <pc:sldMk cId="462427109" sldId="267"/>
        </pc:sldMkLst>
      </pc:sldChg>
      <pc:sldChg chg="delSp modSp">
        <pc:chgData name="Mees van der Waal (1052159)" userId="S::1052159@hr.nl::f47bb1cd-9a7d-4d84-91da-2dc9c3e5f91c" providerId="AD" clId="Web-{3BC2FEB3-5FE6-D2B0-83EF-43D3F212C5F8}" dt="2025-03-21T11:02:33.079" v="3" actId="20577"/>
        <pc:sldMkLst>
          <pc:docMk/>
          <pc:sldMk cId="3316613587" sldId="268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03:11.049" v="27"/>
        <pc:sldMkLst>
          <pc:docMk/>
          <pc:sldMk cId="235373548" sldId="269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03:10.299" v="24"/>
        <pc:sldMkLst>
          <pc:docMk/>
          <pc:sldMk cId="3847829345" sldId="270"/>
        </pc:sldMkLst>
      </pc:sldChg>
      <pc:sldChg chg="addSp delSp modSp mod setBg setClrOvrMap">
        <pc:chgData name="Mees van der Waal (1052159)" userId="S::1052159@hr.nl::f47bb1cd-9a7d-4d84-91da-2dc9c3e5f91c" providerId="AD" clId="Web-{3BC2FEB3-5FE6-D2B0-83EF-43D3F212C5F8}" dt="2025-03-21T11:05:37.116" v="55"/>
        <pc:sldMkLst>
          <pc:docMk/>
          <pc:sldMk cId="187904320" sldId="271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11:31.438" v="104" actId="20577"/>
        <pc:sldMkLst>
          <pc:docMk/>
          <pc:sldMk cId="1925568384" sldId="272"/>
        </pc:sldMkLst>
      </pc:sldChg>
      <pc:sldChg chg="addSp delSp modSp mod setBg">
        <pc:chgData name="Mees van der Waal (1052159)" userId="S::1052159@hr.nl::f47bb1cd-9a7d-4d84-91da-2dc9c3e5f91c" providerId="AD" clId="Web-{3BC2FEB3-5FE6-D2B0-83EF-43D3F212C5F8}" dt="2025-03-21T11:06:30.023" v="60"/>
        <pc:sldMkLst>
          <pc:docMk/>
          <pc:sldMk cId="2830931085" sldId="273"/>
        </pc:sldMkLst>
      </pc:sldChg>
    </pc:docChg>
  </pc:docChgLst>
  <pc:docChgLst>
    <pc:chgData name="Hwayda Hwayda Bashair (1049850)" userId="S::1049850@hr.nl::cfc65a82-fb1c-475e-92d7-ff76e90f0086" providerId="AD" clId="Web-{3EF45F4D-DC4D-8620-F645-7D8AF43EBE8C}"/>
    <pc:docChg chg="addSld modSld sldOrd">
      <pc:chgData name="Hwayda Hwayda Bashair (1049850)" userId="S::1049850@hr.nl::cfc65a82-fb1c-475e-92d7-ff76e90f0086" providerId="AD" clId="Web-{3EF45F4D-DC4D-8620-F645-7D8AF43EBE8C}" dt="2025-02-14T14:48:04.844" v="367" actId="20577"/>
      <pc:docMkLst>
        <pc:docMk/>
      </pc:docMkLst>
      <pc:sldChg chg="ord">
        <pc:chgData name="Hwayda Hwayda Bashair (1049850)" userId="S::1049850@hr.nl::cfc65a82-fb1c-475e-92d7-ff76e90f0086" providerId="AD" clId="Web-{3EF45F4D-DC4D-8620-F645-7D8AF43EBE8C}" dt="2025-02-14T14:28:47.509" v="35"/>
        <pc:sldMkLst>
          <pc:docMk/>
          <pc:sldMk cId="3509801291" sldId="257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7:51.257" v="13" actId="20577"/>
        <pc:sldMkLst>
          <pc:docMk/>
          <pc:sldMk cId="2149049465" sldId="258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8:13.836" v="27" actId="20577"/>
        <pc:sldMkLst>
          <pc:docMk/>
          <pc:sldMk cId="4239546310" sldId="259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44:09.649" v="304" actId="20577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3EF45F4D-DC4D-8620-F645-7D8AF43EBE8C}" dt="2025-02-14T14:28:40.024" v="3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09.649" v="304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">
        <pc:chgData name="Hwayda Hwayda Bashair (1049850)" userId="S::1049850@hr.nl::cfc65a82-fb1c-475e-92d7-ff76e90f0086" providerId="AD" clId="Web-{3EF45F4D-DC4D-8620-F645-7D8AF43EBE8C}" dt="2025-02-14T14:35:46.929" v="101" actId="20577"/>
        <pc:sldMkLst>
          <pc:docMk/>
          <pc:sldMk cId="4273982498" sldId="261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39:41.015" v="159" actId="20577"/>
        <pc:sldMkLst>
          <pc:docMk/>
          <pc:sldMk cId="1125819257" sldId="262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48:04.844" v="367" actId="20577"/>
        <pc:sldMkLst>
          <pc:docMk/>
          <pc:sldMk cId="1680564021" sldId="263"/>
        </pc:sldMkLst>
      </pc:sldChg>
      <pc:sldChg chg="modSp">
        <pc:chgData name="Hwayda Hwayda Bashair (1049850)" userId="S::1049850@hr.nl::cfc65a82-fb1c-475e-92d7-ff76e90f0086" providerId="AD" clId="Web-{3EF45F4D-DC4D-8620-F645-7D8AF43EBE8C}" dt="2025-02-14T14:43:57.258" v="286" actId="20577"/>
        <pc:sldMkLst>
          <pc:docMk/>
          <pc:sldMk cId="1448387869" sldId="264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44:36.072" v="347" actId="20577"/>
        <pc:sldMkLst>
          <pc:docMk/>
          <pc:sldMk cId="630579946" sldId="265"/>
        </pc:sldMkLst>
        <pc:spChg chg="mod">
          <ac:chgData name="Hwayda Hwayda Bashair (1049850)" userId="S::1049850@hr.nl::cfc65a82-fb1c-475e-92d7-ff76e90f0086" providerId="AD" clId="Web-{3EF45F4D-DC4D-8620-F645-7D8AF43EBE8C}" dt="2025-02-14T14:44:21.477" v="319" actId="20577"/>
          <ac:spMkLst>
            <pc:docMk/>
            <pc:sldMk cId="630579946" sldId="265"/>
            <ac:spMk id="2" creationId="{6B742D2A-C288-4E49-2474-001EAE464E9E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36.072" v="347" actId="20577"/>
          <ac:spMkLst>
            <pc:docMk/>
            <pc:sldMk cId="630579946" sldId="265"/>
            <ac:spMk id="3" creationId="{EA9BBAD5-4FA1-3161-667B-A8A3900D7231}"/>
          </ac:spMkLst>
        </pc:spChg>
      </pc:sldChg>
    </pc:docChg>
  </pc:docChgLst>
  <pc:docChgLst>
    <pc:chgData name="Mees van der Waal (1052159)" userId="S::1052159@hr.nl::f47bb1cd-9a7d-4d84-91da-2dc9c3e5f91c" providerId="AD" clId="Web-{C12A1CF8-AC2A-CBAC-FEBA-38712E87032C}"/>
    <pc:docChg chg="modSld">
      <pc:chgData name="Mees van der Waal (1052159)" userId="S::1052159@hr.nl::f47bb1cd-9a7d-4d84-91da-2dc9c3e5f91c" providerId="AD" clId="Web-{C12A1CF8-AC2A-CBAC-FEBA-38712E87032C}" dt="2025-02-17T08:39:39.573" v="5"/>
      <pc:docMkLst>
        <pc:docMk/>
      </pc:docMkLst>
      <pc:sldChg chg="modSp">
        <pc:chgData name="Mees van der Waal (1052159)" userId="S::1052159@hr.nl::f47bb1cd-9a7d-4d84-91da-2dc9c3e5f91c" providerId="AD" clId="Web-{C12A1CF8-AC2A-CBAC-FEBA-38712E87032C}" dt="2025-02-17T08:36:51.726" v="4" actId="20577"/>
        <pc:sldMkLst>
          <pc:docMk/>
          <pc:sldMk cId="1680564021" sldId="263"/>
        </pc:sldMkLst>
      </pc:sldChg>
      <pc:sldChg chg="modTransition">
        <pc:chgData name="Mees van der Waal (1052159)" userId="S::1052159@hr.nl::f47bb1cd-9a7d-4d84-91da-2dc9c3e5f91c" providerId="AD" clId="Web-{C12A1CF8-AC2A-CBAC-FEBA-38712E87032C}" dt="2025-02-17T08:39:39.573" v="5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1115F052-6E3E-806C-DAF4-DD1A4338EB32}"/>
    <pc:docChg chg="addSld modSld">
      <pc:chgData name="Mees van der Waal (1052159)" userId="S::1052159@hr.nl::f47bb1cd-9a7d-4d84-91da-2dc9c3e5f91c" providerId="AD" clId="Web-{1115F052-6E3E-806C-DAF4-DD1A4338EB32}" dt="2025-02-14T14:37:01.986" v="111" actId="20577"/>
      <pc:docMkLst>
        <pc:docMk/>
      </pc:docMkLst>
      <pc:sldChg chg="addSp modSp new mod setBg">
        <pc:chgData name="Mees van der Waal (1052159)" userId="S::1052159@hr.nl::f47bb1cd-9a7d-4d84-91da-2dc9c3e5f91c" providerId="AD" clId="Web-{1115F052-6E3E-806C-DAF4-DD1A4338EB32}" dt="2025-02-14T14:37:01.986" v="111" actId="20577"/>
        <pc:sldMkLst>
          <pc:docMk/>
          <pc:sldMk cId="4273982498" sldId="261"/>
        </pc:sldMkLst>
      </pc:sldChg>
    </pc:docChg>
  </pc:docChgLst>
  <pc:docChgLst>
    <pc:chgData name="Hwayda Hwayda Bashair (1049850)" userId="S::1049850@hr.nl::cfc65a82-fb1c-475e-92d7-ff76e90f0086" providerId="AD" clId="Web-{05FA944A-5BA2-F39D-D5CB-CE54CF5C0504}"/>
    <pc:docChg chg="addSld delSld modSld sldOrd">
      <pc:chgData name="Hwayda Hwayda Bashair (1049850)" userId="S::1049850@hr.nl::cfc65a82-fb1c-475e-92d7-ff76e90f0086" providerId="AD" clId="Web-{05FA944A-5BA2-F39D-D5CB-CE54CF5C0504}" dt="2025-03-21T12:25:47.561" v="203" actId="20577"/>
      <pc:docMkLst>
        <pc:docMk/>
      </pc:docMkLst>
      <pc:sldChg chg="modSp">
        <pc:chgData name="Hwayda Hwayda Bashair (1049850)" userId="S::1049850@hr.nl::cfc65a82-fb1c-475e-92d7-ff76e90f0086" providerId="AD" clId="Web-{05FA944A-5BA2-F39D-D5CB-CE54CF5C0504}" dt="2025-03-21T12:25:47.561" v="203" actId="20577"/>
        <pc:sldMkLst>
          <pc:docMk/>
          <pc:sldMk cId="1448387869" sldId="264"/>
        </pc:sldMkLst>
      </pc:sldChg>
      <pc:sldChg chg="addSp delSp modSp">
        <pc:chgData name="Hwayda Hwayda Bashair (1049850)" userId="S::1049850@hr.nl::cfc65a82-fb1c-475e-92d7-ff76e90f0086" providerId="AD" clId="Web-{05FA944A-5BA2-F39D-D5CB-CE54CF5C0504}" dt="2025-03-21T11:12:06.287" v="133" actId="20577"/>
        <pc:sldMkLst>
          <pc:docMk/>
          <pc:sldMk cId="3316613587" sldId="268"/>
        </pc:sldMkLst>
      </pc:sldChg>
      <pc:sldChg chg="del">
        <pc:chgData name="Hwayda Hwayda Bashair (1049850)" userId="S::1049850@hr.nl::cfc65a82-fb1c-475e-92d7-ff76e90f0086" providerId="AD" clId="Web-{05FA944A-5BA2-F39D-D5CB-CE54CF5C0504}" dt="2025-03-21T12:22:58.386" v="164"/>
        <pc:sldMkLst>
          <pc:docMk/>
          <pc:sldMk cId="235373548" sldId="269"/>
        </pc:sldMkLst>
      </pc:sldChg>
      <pc:sldChg chg="del">
        <pc:chgData name="Hwayda Hwayda Bashair (1049850)" userId="S::1049850@hr.nl::cfc65a82-fb1c-475e-92d7-ff76e90f0086" providerId="AD" clId="Web-{05FA944A-5BA2-F39D-D5CB-CE54CF5C0504}" dt="2025-03-21T12:22:59.636" v="165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05FA944A-5BA2-F39D-D5CB-CE54CF5C0504}" dt="2025-03-21T11:16:05.031" v="155" actId="20577"/>
        <pc:sldMkLst>
          <pc:docMk/>
          <pc:sldMk cId="187904320" sldId="271"/>
        </pc:sldMkLst>
      </pc:sldChg>
      <pc:sldChg chg="addSp delSp modSp mod ord setBg setClrOvrMap">
        <pc:chgData name="Hwayda Hwayda Bashair (1049850)" userId="S::1049850@hr.nl::cfc65a82-fb1c-475e-92d7-ff76e90f0086" providerId="AD" clId="Web-{05FA944A-5BA2-F39D-D5CB-CE54CF5C0504}" dt="2025-03-21T11:20:58.902" v="163"/>
        <pc:sldMkLst>
          <pc:docMk/>
          <pc:sldMk cId="1925568384" sldId="272"/>
        </pc:sldMkLst>
      </pc:sldChg>
      <pc:sldChg chg="modSp new">
        <pc:chgData name="Hwayda Hwayda Bashair (1049850)" userId="S::1049850@hr.nl::cfc65a82-fb1c-475e-92d7-ff76e90f0086" providerId="AD" clId="Web-{05FA944A-5BA2-F39D-D5CB-CE54CF5C0504}" dt="2025-03-21T11:12:44.226" v="149" actId="20577"/>
        <pc:sldMkLst>
          <pc:docMk/>
          <pc:sldMk cId="3713448215" sldId="274"/>
        </pc:sldMkLst>
      </pc:sldChg>
      <pc:sldChg chg="new">
        <pc:chgData name="Hwayda Hwayda Bashair (1049850)" userId="S::1049850@hr.nl::cfc65a82-fb1c-475e-92d7-ff76e90f0086" providerId="AD" clId="Web-{05FA944A-5BA2-F39D-D5CB-CE54CF5C0504}" dt="2025-03-21T12:23:53.856" v="186"/>
        <pc:sldMkLst>
          <pc:docMk/>
          <pc:sldMk cId="88598599" sldId="275"/>
        </pc:sldMkLst>
      </pc:sldChg>
    </pc:docChg>
  </pc:docChgLst>
  <pc:docChgLst>
    <pc:chgData name="Hwayda Hwayda Bashair (1049850)" userId="S::1049850@hr.nl::cfc65a82-fb1c-475e-92d7-ff76e90f0086" providerId="AD" clId="Web-{A82E2266-B9C6-F53E-498B-94CEEEB7841E}"/>
    <pc:docChg chg="addSld modSld">
      <pc:chgData name="Hwayda Hwayda Bashair (1049850)" userId="S::1049850@hr.nl::cfc65a82-fb1c-475e-92d7-ff76e90f0086" providerId="AD" clId="Web-{A82E2266-B9C6-F53E-498B-94CEEEB7841E}" dt="2025-02-15T11:50:05.785" v="29" actId="20577"/>
      <pc:docMkLst>
        <pc:docMk/>
      </pc:docMkLst>
      <pc:sldChg chg="addSp delSp modSp">
        <pc:chgData name="Hwayda Hwayda Bashair (1049850)" userId="S::1049850@hr.nl::cfc65a82-fb1c-475e-92d7-ff76e90f0086" providerId="AD" clId="Web-{A82E2266-B9C6-F53E-498B-94CEEEB7841E}" dt="2025-02-15T11:50:05.785" v="29" actId="20577"/>
        <pc:sldMkLst>
          <pc:docMk/>
          <pc:sldMk cId="1680564021" sldId="263"/>
        </pc:sldMkLst>
      </pc:sldChg>
      <pc:sldChg chg="addSp delSp modSp new mod setBg setClrOvrMap">
        <pc:chgData name="Hwayda Hwayda Bashair (1049850)" userId="S::1049850@hr.nl::cfc65a82-fb1c-475e-92d7-ff76e90f0086" providerId="AD" clId="Web-{A82E2266-B9C6-F53E-498B-94CEEEB7841E}" dt="2025-02-15T11:48:13.513" v="2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9B28D821-E689-A882-8C7B-D0A91A61FAFD}"/>
    <pc:docChg chg="modSld">
      <pc:chgData name="Hwayda Hwayda Bashair (1049850)" userId="S::1049850@hr.nl::cfc65a82-fb1c-475e-92d7-ff76e90f0086" providerId="AD" clId="Web-{9B28D821-E689-A882-8C7B-D0A91A61FAFD}" dt="2025-03-10T09:28:04.465" v="38" actId="20577"/>
      <pc:docMkLst>
        <pc:docMk/>
      </pc:docMkLst>
      <pc:sldChg chg="modSp">
        <pc:chgData name="Hwayda Hwayda Bashair (1049850)" userId="S::1049850@hr.nl::cfc65a82-fb1c-475e-92d7-ff76e90f0086" providerId="AD" clId="Web-{9B28D821-E689-A882-8C7B-D0A91A61FAFD}" dt="2025-03-07T11:48:49.035" v="35" actId="20577"/>
        <pc:sldMkLst>
          <pc:docMk/>
          <pc:sldMk cId="462427109" sldId="267"/>
        </pc:sldMkLst>
      </pc:sldChg>
      <pc:sldChg chg="modSp">
        <pc:chgData name="Hwayda Hwayda Bashair (1049850)" userId="S::1049850@hr.nl::cfc65a82-fb1c-475e-92d7-ff76e90f0086" providerId="AD" clId="Web-{9B28D821-E689-A882-8C7B-D0A91A61FAFD}" dt="2025-03-10T09:28:04.465" v="38" actId="20577"/>
        <pc:sldMkLst>
          <pc:docMk/>
          <pc:sldMk cId="235373548" sldId="269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58.874" v="26" actId="20577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8:33.659" v="31" actId="1076"/>
        <pc:sldMkLst>
          <pc:docMk/>
          <pc:sldMk cId="187904320" sldId="271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41.389" v="18" actId="20577"/>
        <pc:sldMkLst>
          <pc:docMk/>
          <pc:sldMk cId="2830931085" sldId="273"/>
        </pc:sldMkLst>
      </pc:sldChg>
    </pc:docChg>
  </pc:docChgLst>
  <pc:docChgLst>
    <pc:chgData name="Mees van der Waal (1052159)" userId="S::1052159@hr.nl::f47bb1cd-9a7d-4d84-91da-2dc9c3e5f91c" providerId="AD" clId="Web-{0804B852-8783-3D89-2875-028EA02DBB27}"/>
    <pc:docChg chg="addSld modSld">
      <pc:chgData name="Mees van der Waal (1052159)" userId="S::1052159@hr.nl::f47bb1cd-9a7d-4d84-91da-2dc9c3e5f91c" providerId="AD" clId="Web-{0804B852-8783-3D89-2875-028EA02DBB27}" dt="2025-04-24T12:09:34.986" v="97" actId="20577"/>
      <pc:docMkLst>
        <pc:docMk/>
      </pc:docMkLst>
      <pc:sldChg chg="addSp delSp modSp mod setBg addAnim">
        <pc:chgData name="Mees van der Waal (1052159)" userId="S::1052159@hr.nl::f47bb1cd-9a7d-4d84-91da-2dc9c3e5f91c" providerId="AD" clId="Web-{0804B852-8783-3D89-2875-028EA02DBB27}" dt="2025-04-24T12:09:34.986" v="97" actId="20577"/>
        <pc:sldMkLst>
          <pc:docMk/>
          <pc:sldMk cId="3438125216" sldId="267"/>
        </pc:sldMkLst>
        <pc:spChg chg="mod">
          <ac:chgData name="Mees van der Waal (1052159)" userId="S::1052159@hr.nl::f47bb1cd-9a7d-4d84-91da-2dc9c3e5f91c" providerId="AD" clId="Web-{0804B852-8783-3D89-2875-028EA02DBB27}" dt="2025-04-24T11:52:15.292" v="19"/>
          <ac:spMkLst>
            <pc:docMk/>
            <pc:sldMk cId="3438125216" sldId="267"/>
            <ac:spMk id="2" creationId="{9A82F3D4-C36C-1F62-66E9-85FDD9C407E5}"/>
          </ac:spMkLst>
        </pc:spChg>
        <pc:spChg chg="mod ord">
          <ac:chgData name="Mees van der Waal (1052159)" userId="S::1052159@hr.nl::f47bb1cd-9a7d-4d84-91da-2dc9c3e5f91c" providerId="AD" clId="Web-{0804B852-8783-3D89-2875-028EA02DBB27}" dt="2025-04-24T12:09:34.986" v="97" actId="20577"/>
          <ac:spMkLst>
            <pc:docMk/>
            <pc:sldMk cId="3438125216" sldId="267"/>
            <ac:spMk id="3" creationId="{40F7FA98-8EBA-303A-CA2A-695287FF11D4}"/>
          </ac:spMkLst>
        </pc:spChg>
        <pc:spChg chg="add del mod">
          <ac:chgData name="Mees van der Waal (1052159)" userId="S::1052159@hr.nl::f47bb1cd-9a7d-4d84-91da-2dc9c3e5f91c" providerId="AD" clId="Web-{0804B852-8783-3D89-2875-028EA02DBB27}" dt="2025-04-24T11:52:02.088" v="17"/>
          <ac:spMkLst>
            <pc:docMk/>
            <pc:sldMk cId="3438125216" sldId="267"/>
            <ac:spMk id="4" creationId="{0B1437B7-3027-724A-04D2-AC7B6D1B39D7}"/>
          </ac:spMkLst>
        </pc:spChg>
        <pc:spChg chg="add">
          <ac:chgData name="Mees van der Waal (1052159)" userId="S::1052159@hr.nl::f47bb1cd-9a7d-4d84-91da-2dc9c3e5f91c" providerId="AD" clId="Web-{0804B852-8783-3D89-2875-028EA02DBB27}" dt="2025-04-24T11:52:15.292" v="19"/>
          <ac:spMkLst>
            <pc:docMk/>
            <pc:sldMk cId="3438125216" sldId="267"/>
            <ac:spMk id="11" creationId="{E704FA00-F5B1-4BF3-BFB2-F832D367024B}"/>
          </ac:spMkLst>
        </pc:spChg>
        <pc:picChg chg="mod ord">
          <ac:chgData name="Mees van der Waal (1052159)" userId="S::1052159@hr.nl::f47bb1cd-9a7d-4d84-91da-2dc9c3e5f91c" providerId="AD" clId="Web-{0804B852-8783-3D89-2875-028EA02DBB27}" dt="2025-04-24T11:52:15.292" v="19"/>
          <ac:picMkLst>
            <pc:docMk/>
            <pc:sldMk cId="3438125216" sldId="267"/>
            <ac:picMk id="5" creationId="{F21FFFBD-CFB9-337B-EEFC-B42DD6661C70}"/>
          </ac:picMkLst>
        </pc:picChg>
        <pc:picChg chg="add mod">
          <ac:chgData name="Mees van der Waal (1052159)" userId="S::1052159@hr.nl::f47bb1cd-9a7d-4d84-91da-2dc9c3e5f91c" providerId="AD" clId="Web-{0804B852-8783-3D89-2875-028EA02DBB27}" dt="2025-04-24T11:59:00.869" v="35" actId="14100"/>
          <ac:picMkLst>
            <pc:docMk/>
            <pc:sldMk cId="3438125216" sldId="267"/>
            <ac:picMk id="6" creationId="{03443D0E-8D22-FDC3-163A-3F07D370FFC8}"/>
          </ac:picMkLst>
        </pc:picChg>
      </pc:sldChg>
      <pc:sldChg chg="modSp new">
        <pc:chgData name="Mees van der Waal (1052159)" userId="S::1052159@hr.nl::f47bb1cd-9a7d-4d84-91da-2dc9c3e5f91c" providerId="AD" clId="Web-{0804B852-8783-3D89-2875-028EA02DBB27}" dt="2025-04-24T12:06:47.058" v="76" actId="20577"/>
        <pc:sldMkLst>
          <pc:docMk/>
          <pc:sldMk cId="684431579" sldId="268"/>
        </pc:sldMkLst>
        <pc:spChg chg="mod">
          <ac:chgData name="Mees van der Waal (1052159)" userId="S::1052159@hr.nl::f47bb1cd-9a7d-4d84-91da-2dc9c3e5f91c" providerId="AD" clId="Web-{0804B852-8783-3D89-2875-028EA02DBB27}" dt="2025-04-24T11:58:12.820" v="28" actId="20577"/>
          <ac:spMkLst>
            <pc:docMk/>
            <pc:sldMk cId="684431579" sldId="268"/>
            <ac:spMk id="2" creationId="{99EFD965-A344-2C99-3340-96BA03766856}"/>
          </ac:spMkLst>
        </pc:spChg>
        <pc:spChg chg="mod">
          <ac:chgData name="Mees van der Waal (1052159)" userId="S::1052159@hr.nl::f47bb1cd-9a7d-4d84-91da-2dc9c3e5f91c" providerId="AD" clId="Web-{0804B852-8783-3D89-2875-028EA02DBB27}" dt="2025-04-24T12:06:47.058" v="76" actId="20577"/>
          <ac:spMkLst>
            <pc:docMk/>
            <pc:sldMk cId="684431579" sldId="268"/>
            <ac:spMk id="3" creationId="{17526E26-12AE-FFBA-14F5-1F5BE45E6247}"/>
          </ac:spMkLst>
        </pc:spChg>
      </pc:sldChg>
    </pc:docChg>
  </pc:docChgLst>
  <pc:docChgLst>
    <pc:chgData name="Hidde Gerritsen (1079142)" userId="bd1019e9-fe7d-45bb-8938-4a3398eba8be" providerId="ADAL" clId="{FDC74156-E627-7E44-864C-14C3078221DE}"/>
    <pc:docChg chg="delSld">
      <pc:chgData name="Hidde Gerritsen (1079142)" userId="bd1019e9-fe7d-45bb-8938-4a3398eba8be" providerId="ADAL" clId="{FDC74156-E627-7E44-864C-14C3078221DE}" dt="2025-05-09T10:28:17.383" v="0" actId="2696"/>
      <pc:docMkLst>
        <pc:docMk/>
      </pc:docMkLst>
      <pc:sldChg chg="del">
        <pc:chgData name="Hidde Gerritsen (1079142)" userId="bd1019e9-fe7d-45bb-8938-4a3398eba8be" providerId="ADAL" clId="{FDC74156-E627-7E44-864C-14C3078221DE}" dt="2025-05-09T10:28:17.383" v="0" actId="2696"/>
        <pc:sldMkLst>
          <pc:docMk/>
          <pc:sldMk cId="3438125216" sldId="267"/>
        </pc:sldMkLst>
      </pc:sldChg>
    </pc:docChg>
  </pc:docChgLst>
  <pc:docChgLst>
    <pc:chgData name="Hwayda Hwayda Bashair (1049850)" userId="S::1049850@hr.nl::cfc65a82-fb1c-475e-92d7-ff76e90f0086" providerId="AD" clId="Web-{F27ABF13-F0A9-E0DA-C052-D664AB5D4DED}"/>
    <pc:docChg chg="addSld delSld modSld sldOrd">
      <pc:chgData name="Hwayda Hwayda Bashair (1049850)" userId="S::1049850@hr.nl::cfc65a82-fb1c-475e-92d7-ff76e90f0086" providerId="AD" clId="Web-{F27ABF13-F0A9-E0DA-C052-D664AB5D4DED}" dt="2025-03-07T11:44:51.941" v="490"/>
      <pc:docMkLst>
        <pc:docMk/>
      </pc:docMkLst>
      <pc:sldChg chg="modSp del">
        <pc:chgData name="Hwayda Hwayda Bashair (1049850)" userId="S::1049850@hr.nl::cfc65a82-fb1c-475e-92d7-ff76e90f0086" providerId="AD" clId="Web-{F27ABF13-F0A9-E0DA-C052-D664AB5D4DED}" dt="2025-03-07T11:44:51.941" v="490"/>
        <pc:sldMkLst>
          <pc:docMk/>
          <pc:sldMk cId="4273982498" sldId="261"/>
        </pc:sldMkLst>
      </pc:sldChg>
      <pc:sldChg chg="modSp del">
        <pc:chgData name="Hwayda Hwayda Bashair (1049850)" userId="S::1049850@hr.nl::cfc65a82-fb1c-475e-92d7-ff76e90f0086" providerId="AD" clId="Web-{F27ABF13-F0A9-E0DA-C052-D664AB5D4DED}" dt="2025-03-07T11:35:56.673" v="281"/>
        <pc:sldMkLst>
          <pc:docMk/>
          <pc:sldMk cId="1680564021" sldId="263"/>
        </pc:sldMkLst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4.345" v="282"/>
        <pc:sldMkLst>
          <pc:docMk/>
          <pc:sldMk cId="462427109" sldId="267"/>
        </pc:sldMkLst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6.877" v="283"/>
        <pc:sldMkLst>
          <pc:docMk/>
          <pc:sldMk cId="3316613587" sldId="268"/>
        </pc:sldMkLst>
      </pc:sldChg>
      <pc:sldChg chg="addSp delSp modSp new">
        <pc:chgData name="Hwayda Hwayda Bashair (1049850)" userId="S::1049850@hr.nl::cfc65a82-fb1c-475e-92d7-ff76e90f0086" providerId="AD" clId="Web-{F27ABF13-F0A9-E0DA-C052-D664AB5D4DED}" dt="2025-03-07T11:32:14.306" v="229" actId="20577"/>
        <pc:sldMkLst>
          <pc:docMk/>
          <pc:sldMk cId="187904320" sldId="271"/>
        </pc:sldMkLst>
      </pc:sldChg>
      <pc:sldChg chg="addSp modSp new">
        <pc:chgData name="Hwayda Hwayda Bashair (1049850)" userId="S::1049850@hr.nl::cfc65a82-fb1c-475e-92d7-ff76e90f0086" providerId="AD" clId="Web-{F27ABF13-F0A9-E0DA-C052-D664AB5D4DED}" dt="2025-03-07T11:35:23.813" v="280" actId="20577"/>
        <pc:sldMkLst>
          <pc:docMk/>
          <pc:sldMk cId="1925568384" sldId="272"/>
        </pc:sldMkLst>
      </pc:sldChg>
      <pc:sldChg chg="modSp new">
        <pc:chgData name="Hwayda Hwayda Bashair (1049850)" userId="S::1049850@hr.nl::cfc65a82-fb1c-475e-92d7-ff76e90f0086" providerId="AD" clId="Web-{F27ABF13-F0A9-E0DA-C052-D664AB5D4DED}" dt="2025-03-07T11:43:07.891" v="489" actId="20577"/>
        <pc:sldMkLst>
          <pc:docMk/>
          <pc:sldMk cId="2830931085" sldId="273"/>
        </pc:sldMkLst>
      </pc:sldChg>
    </pc:docChg>
  </pc:docChgLst>
  <pc:docChgLst>
    <pc:chgData name="Hwayda Hwayda Bashair (1049850)" userId="S::1049850@hr.nl::cfc65a82-fb1c-475e-92d7-ff76e90f0086" providerId="AD" clId="Web-{80AD576B-F61A-CEA3-5975-204A2128376B}"/>
    <pc:docChg chg="addSld delSld modSld sldOrd">
      <pc:chgData name="Hwayda Hwayda Bashair (1049850)" userId="S::1049850@hr.nl::cfc65a82-fb1c-475e-92d7-ff76e90f0086" providerId="AD" clId="Web-{80AD576B-F61A-CEA3-5975-204A2128376B}" dt="2025-05-09T10:52:55.488" v="379" actId="20577"/>
      <pc:docMkLst>
        <pc:docMk/>
      </pc:docMkLst>
      <pc:sldChg chg="modSp">
        <pc:chgData name="Hwayda Hwayda Bashair (1049850)" userId="S::1049850@hr.nl::cfc65a82-fb1c-475e-92d7-ff76e90f0086" providerId="AD" clId="Web-{80AD576B-F61A-CEA3-5975-204A2128376B}" dt="2025-05-09T10:41:35.766" v="276" actId="20577"/>
        <pc:sldMkLst>
          <pc:docMk/>
          <pc:sldMk cId="1945095330" sldId="266"/>
        </pc:sldMkLst>
        <pc:spChg chg="mod">
          <ac:chgData name="Hwayda Hwayda Bashair (1049850)" userId="S::1049850@hr.nl::cfc65a82-fb1c-475e-92d7-ff76e90f0086" providerId="AD" clId="Web-{80AD576B-F61A-CEA3-5975-204A2128376B}" dt="2025-05-09T10:41:35.766" v="276" actId="20577"/>
          <ac:spMkLst>
            <pc:docMk/>
            <pc:sldMk cId="1945095330" sldId="266"/>
            <ac:spMk id="3" creationId="{73EDF58C-BCF0-D333-DE52-D615EB729401}"/>
          </ac:spMkLst>
        </pc:spChg>
      </pc:sldChg>
      <pc:sldChg chg="modSp">
        <pc:chgData name="Hwayda Hwayda Bashair (1049850)" userId="S::1049850@hr.nl::cfc65a82-fb1c-475e-92d7-ff76e90f0086" providerId="AD" clId="Web-{80AD576B-F61A-CEA3-5975-204A2128376B}" dt="2025-05-09T10:28:19.020" v="140" actId="20577"/>
        <pc:sldMkLst>
          <pc:docMk/>
          <pc:sldMk cId="684431579" sldId="268"/>
        </pc:sldMkLst>
        <pc:spChg chg="mod">
          <ac:chgData name="Hwayda Hwayda Bashair (1049850)" userId="S::1049850@hr.nl::cfc65a82-fb1c-475e-92d7-ff76e90f0086" providerId="AD" clId="Web-{80AD576B-F61A-CEA3-5975-204A2128376B}" dt="2025-05-09T10:28:19.020" v="140" actId="20577"/>
          <ac:spMkLst>
            <pc:docMk/>
            <pc:sldMk cId="684431579" sldId="268"/>
            <ac:spMk id="3" creationId="{17526E26-12AE-FFBA-14F5-1F5BE45E6247}"/>
          </ac:spMkLst>
        </pc:spChg>
      </pc:sldChg>
      <pc:sldChg chg="modSp">
        <pc:chgData name="Hwayda Hwayda Bashair (1049850)" userId="S::1049850@hr.nl::cfc65a82-fb1c-475e-92d7-ff76e90f0086" providerId="AD" clId="Web-{80AD576B-F61A-CEA3-5975-204A2128376B}" dt="2025-05-09T10:52:55.488" v="379" actId="20577"/>
        <pc:sldMkLst>
          <pc:docMk/>
          <pc:sldMk cId="3783284496" sldId="269"/>
        </pc:sldMkLst>
        <pc:spChg chg="mod">
          <ac:chgData name="Hwayda Hwayda Bashair (1049850)" userId="S::1049850@hr.nl::cfc65a82-fb1c-475e-92d7-ff76e90f0086" providerId="AD" clId="Web-{80AD576B-F61A-CEA3-5975-204A2128376B}" dt="2025-05-09T10:52:55.488" v="379" actId="20577"/>
          <ac:spMkLst>
            <pc:docMk/>
            <pc:sldMk cId="3783284496" sldId="269"/>
            <ac:spMk id="3" creationId="{A33E698D-D17A-14DF-825F-C9747306DBAA}"/>
          </ac:spMkLst>
        </pc:spChg>
      </pc:sldChg>
      <pc:sldChg chg="del">
        <pc:chgData name="Hwayda Hwayda Bashair (1049850)" userId="S::1049850@hr.nl::cfc65a82-fb1c-475e-92d7-ff76e90f0086" providerId="AD" clId="Web-{80AD576B-F61A-CEA3-5975-204A2128376B}" dt="2025-05-09T10:40:58.154" v="263"/>
        <pc:sldMkLst>
          <pc:docMk/>
          <pc:sldMk cId="2427738870" sldId="270"/>
        </pc:sldMkLst>
      </pc:sldChg>
      <pc:sldChg chg="addSp delSp modSp del">
        <pc:chgData name="Hwayda Hwayda Bashair (1049850)" userId="S::1049850@hr.nl::cfc65a82-fb1c-475e-92d7-ff76e90f0086" providerId="AD" clId="Web-{80AD576B-F61A-CEA3-5975-204A2128376B}" dt="2025-05-09T10:40:55.091" v="262"/>
        <pc:sldMkLst>
          <pc:docMk/>
          <pc:sldMk cId="775775022" sldId="271"/>
        </pc:sldMkLst>
        <pc:spChg chg="add mod">
          <ac:chgData name="Hwayda Hwayda Bashair (1049850)" userId="S::1049850@hr.nl::cfc65a82-fb1c-475e-92d7-ff76e90f0086" providerId="AD" clId="Web-{80AD576B-F61A-CEA3-5975-204A2128376B}" dt="2025-05-09T10:19:31.481" v="2"/>
          <ac:spMkLst>
            <pc:docMk/>
            <pc:sldMk cId="775775022" sldId="271"/>
            <ac:spMk id="5" creationId="{7D434940-3534-408E-ED6E-16169C30DAF6}"/>
          </ac:spMkLst>
        </pc:spChg>
        <pc:picChg chg="add del mod">
          <ac:chgData name="Hwayda Hwayda Bashair (1049850)" userId="S::1049850@hr.nl::cfc65a82-fb1c-475e-92d7-ff76e90f0086" providerId="AD" clId="Web-{80AD576B-F61A-CEA3-5975-204A2128376B}" dt="2025-05-09T10:40:52.388" v="261"/>
          <ac:picMkLst>
            <pc:docMk/>
            <pc:sldMk cId="775775022" sldId="271"/>
            <ac:picMk id="7" creationId="{C663B51A-EEEC-BFAF-A9A3-D7B20820D4EF}"/>
          </ac:picMkLst>
        </pc:picChg>
        <pc:picChg chg="del">
          <ac:chgData name="Hwayda Hwayda Bashair (1049850)" userId="S::1049850@hr.nl::cfc65a82-fb1c-475e-92d7-ff76e90f0086" providerId="AD" clId="Web-{80AD576B-F61A-CEA3-5975-204A2128376B}" dt="2025-05-09T10:19:31.481" v="2"/>
          <ac:picMkLst>
            <pc:docMk/>
            <pc:sldMk cId="775775022" sldId="271"/>
            <ac:picMk id="8" creationId="{DF6FCD67-36B3-E0DB-1BF6-4EA1598B08E4}"/>
          </ac:picMkLst>
        </pc:picChg>
        <pc:picChg chg="del">
          <ac:chgData name="Hwayda Hwayda Bashair (1049850)" userId="S::1049850@hr.nl::cfc65a82-fb1c-475e-92d7-ff76e90f0086" providerId="AD" clId="Web-{80AD576B-F61A-CEA3-5975-204A2128376B}" dt="2025-05-09T10:19:29.903" v="1"/>
          <ac:picMkLst>
            <pc:docMk/>
            <pc:sldMk cId="775775022" sldId="271"/>
            <ac:picMk id="10" creationId="{D55099EC-128B-0086-0E27-FEE7030FDC51}"/>
          </ac:picMkLst>
        </pc:picChg>
        <pc:picChg chg="del">
          <ac:chgData name="Hwayda Hwayda Bashair (1049850)" userId="S::1049850@hr.nl::cfc65a82-fb1c-475e-92d7-ff76e90f0086" providerId="AD" clId="Web-{80AD576B-F61A-CEA3-5975-204A2128376B}" dt="2025-05-09T10:19:27.356" v="0"/>
          <ac:picMkLst>
            <pc:docMk/>
            <pc:sldMk cId="775775022" sldId="271"/>
            <ac:picMk id="12" creationId="{AA4136BD-2F23-2247-1210-8F7DCF1BF019}"/>
          </ac:picMkLst>
        </pc:picChg>
      </pc:sldChg>
      <pc:sldChg chg="addSp delSp modSp new mod ord setBg">
        <pc:chgData name="Hwayda Hwayda Bashair (1049850)" userId="S::1049850@hr.nl::cfc65a82-fb1c-475e-92d7-ff76e90f0086" providerId="AD" clId="Web-{80AD576B-F61A-CEA3-5975-204A2128376B}" dt="2025-05-09T10:41:42.376" v="280" actId="20577"/>
        <pc:sldMkLst>
          <pc:docMk/>
          <pc:sldMk cId="1898024898" sldId="273"/>
        </pc:sldMkLst>
        <pc:spChg chg="mod">
          <ac:chgData name="Hwayda Hwayda Bashair (1049850)" userId="S::1049850@hr.nl::cfc65a82-fb1c-475e-92d7-ff76e90f0086" providerId="AD" clId="Web-{80AD576B-F61A-CEA3-5975-204A2128376B}" dt="2025-05-09T10:26:30.777" v="58"/>
          <ac:spMkLst>
            <pc:docMk/>
            <pc:sldMk cId="1898024898" sldId="273"/>
            <ac:spMk id="2" creationId="{598C9A4E-A8A3-3691-B5F9-7BD4A2D164E6}"/>
          </ac:spMkLst>
        </pc:spChg>
        <pc:spChg chg="mod">
          <ac:chgData name="Hwayda Hwayda Bashair (1049850)" userId="S::1049850@hr.nl::cfc65a82-fb1c-475e-92d7-ff76e90f0086" providerId="AD" clId="Web-{80AD576B-F61A-CEA3-5975-204A2128376B}" dt="2025-05-09T10:41:42.376" v="280" actId="20577"/>
          <ac:spMkLst>
            <pc:docMk/>
            <pc:sldMk cId="1898024898" sldId="273"/>
            <ac:spMk id="3" creationId="{C6795EBC-3B21-223E-8F53-0E6E063D8351}"/>
          </ac:spMkLst>
        </pc:spChg>
        <pc:spChg chg="add del">
          <ac:chgData name="Hwayda Hwayda Bashair (1049850)" userId="S::1049850@hr.nl::cfc65a82-fb1c-475e-92d7-ff76e90f0086" providerId="AD" clId="Web-{80AD576B-F61A-CEA3-5975-204A2128376B}" dt="2025-05-09T10:26:30.777" v="58"/>
          <ac:spMkLst>
            <pc:docMk/>
            <pc:sldMk cId="1898024898" sldId="273"/>
            <ac:spMk id="12" creationId="{A0F3E2DF-E827-4D2A-A6D3-15B8451C8784}"/>
          </ac:spMkLst>
        </pc:spChg>
        <pc:spChg chg="add">
          <ac:chgData name="Hwayda Hwayda Bashair (1049850)" userId="S::1049850@hr.nl::cfc65a82-fb1c-475e-92d7-ff76e90f0086" providerId="AD" clId="Web-{80AD576B-F61A-CEA3-5975-204A2128376B}" dt="2025-05-09T10:26:30.777" v="58"/>
          <ac:spMkLst>
            <pc:docMk/>
            <pc:sldMk cId="1898024898" sldId="273"/>
            <ac:spMk id="17" creationId="{5742C426-FCE7-4673-BC1D-7E7D3A5FD099}"/>
          </ac:spMkLst>
        </pc:spChg>
        <pc:spChg chg="add">
          <ac:chgData name="Hwayda Hwayda Bashair (1049850)" userId="S::1049850@hr.nl::cfc65a82-fb1c-475e-92d7-ff76e90f0086" providerId="AD" clId="Web-{80AD576B-F61A-CEA3-5975-204A2128376B}" dt="2025-05-09T10:26:30.777" v="58"/>
          <ac:spMkLst>
            <pc:docMk/>
            <pc:sldMk cId="1898024898" sldId="273"/>
            <ac:spMk id="19" creationId="{10C239E5-48CB-4DB3-A778-3A01C488E965}"/>
          </ac:spMkLst>
        </pc:spChg>
        <pc:spChg chg="add">
          <ac:chgData name="Hwayda Hwayda Bashair (1049850)" userId="S::1049850@hr.nl::cfc65a82-fb1c-475e-92d7-ff76e90f0086" providerId="AD" clId="Web-{80AD576B-F61A-CEA3-5975-204A2128376B}" dt="2025-05-09T10:26:30.777" v="58"/>
          <ac:spMkLst>
            <pc:docMk/>
            <pc:sldMk cId="1898024898" sldId="273"/>
            <ac:spMk id="21" creationId="{8D450192-3830-4F04-A1C0-F684D80AB9AE}"/>
          </ac:spMkLst>
        </pc:spChg>
        <pc:picChg chg="add del mod">
          <ac:chgData name="Hwayda Hwayda Bashair (1049850)" userId="S::1049850@hr.nl::cfc65a82-fb1c-475e-92d7-ff76e90f0086" providerId="AD" clId="Web-{80AD576B-F61A-CEA3-5975-204A2128376B}" dt="2025-05-09T10:22:43.761" v="45"/>
          <ac:picMkLst>
            <pc:docMk/>
            <pc:sldMk cId="1898024898" sldId="273"/>
            <ac:picMk id="4" creationId="{FBA60E1F-4D62-6C33-AEB3-245D39A5038A}"/>
          </ac:picMkLst>
        </pc:picChg>
        <pc:picChg chg="add del mod">
          <ac:chgData name="Hwayda Hwayda Bashair (1049850)" userId="S::1049850@hr.nl::cfc65a82-fb1c-475e-92d7-ff76e90f0086" providerId="AD" clId="Web-{80AD576B-F61A-CEA3-5975-204A2128376B}" dt="2025-05-09T10:22:38.463" v="41"/>
          <ac:picMkLst>
            <pc:docMk/>
            <pc:sldMk cId="1898024898" sldId="273"/>
            <ac:picMk id="5" creationId="{DC12E88F-F23B-4500-BED1-71CE7D3DA8ED}"/>
          </ac:picMkLst>
        </pc:picChg>
        <pc:picChg chg="add mod ord">
          <ac:chgData name="Hwayda Hwayda Bashair (1049850)" userId="S::1049850@hr.nl::cfc65a82-fb1c-475e-92d7-ff76e90f0086" providerId="AD" clId="Web-{80AD576B-F61A-CEA3-5975-204A2128376B}" dt="2025-05-09T10:26:30.777" v="58"/>
          <ac:picMkLst>
            <pc:docMk/>
            <pc:sldMk cId="1898024898" sldId="273"/>
            <ac:picMk id="6" creationId="{BB7052E2-9D9F-7474-0349-8C36882E8FF9}"/>
          </ac:picMkLst>
        </pc:picChg>
        <pc:picChg chg="add mod">
          <ac:chgData name="Hwayda Hwayda Bashair (1049850)" userId="S::1049850@hr.nl::cfc65a82-fb1c-475e-92d7-ff76e90f0086" providerId="AD" clId="Web-{80AD576B-F61A-CEA3-5975-204A2128376B}" dt="2025-05-09T10:26:30.777" v="58"/>
          <ac:picMkLst>
            <pc:docMk/>
            <pc:sldMk cId="1898024898" sldId="273"/>
            <ac:picMk id="7" creationId="{2DF35B71-5B9B-6264-9156-B7385C80962E}"/>
          </ac:picMkLst>
        </pc:picChg>
        <pc:picChg chg="add mod">
          <ac:chgData name="Hwayda Hwayda Bashair (1049850)" userId="S::1049850@hr.nl::cfc65a82-fb1c-475e-92d7-ff76e90f0086" providerId="AD" clId="Web-{80AD576B-F61A-CEA3-5975-204A2128376B}" dt="2025-05-09T10:26:30.777" v="58"/>
          <ac:picMkLst>
            <pc:docMk/>
            <pc:sldMk cId="1898024898" sldId="273"/>
            <ac:picMk id="8" creationId="{A3A4766C-1DB4-C717-03EB-A72DC837896C}"/>
          </ac:picMkLst>
        </pc:picChg>
      </pc:sldChg>
      <pc:sldChg chg="modSp new">
        <pc:chgData name="Hwayda Hwayda Bashair (1049850)" userId="S::1049850@hr.nl::cfc65a82-fb1c-475e-92d7-ff76e90f0086" providerId="AD" clId="Web-{80AD576B-F61A-CEA3-5975-204A2128376B}" dt="2025-05-09T10:44:25.466" v="377" actId="20577"/>
        <pc:sldMkLst>
          <pc:docMk/>
          <pc:sldMk cId="1797836462" sldId="274"/>
        </pc:sldMkLst>
        <pc:spChg chg="mod">
          <ac:chgData name="Hwayda Hwayda Bashair (1049850)" userId="S::1049850@hr.nl::cfc65a82-fb1c-475e-92d7-ff76e90f0086" providerId="AD" clId="Web-{80AD576B-F61A-CEA3-5975-204A2128376B}" dt="2025-05-09T10:43:19.945" v="293" actId="20577"/>
          <ac:spMkLst>
            <pc:docMk/>
            <pc:sldMk cId="1797836462" sldId="274"/>
            <ac:spMk id="2" creationId="{8111BDD0-91A4-3564-33FE-AC017F09088F}"/>
          </ac:spMkLst>
        </pc:spChg>
        <pc:spChg chg="mod">
          <ac:chgData name="Hwayda Hwayda Bashair (1049850)" userId="S::1049850@hr.nl::cfc65a82-fb1c-475e-92d7-ff76e90f0086" providerId="AD" clId="Web-{80AD576B-F61A-CEA3-5975-204A2128376B}" dt="2025-05-09T10:44:25.466" v="377" actId="20577"/>
          <ac:spMkLst>
            <pc:docMk/>
            <pc:sldMk cId="1797836462" sldId="274"/>
            <ac:spMk id="3" creationId="{A90F0178-CD9E-010D-6C7C-05629C70CD07}"/>
          </ac:spMkLst>
        </pc:spChg>
      </pc:sldChg>
    </pc:docChg>
  </pc:docChgLst>
  <pc:docChgLst>
    <pc:chgData name="Hidde Gerritsen (1079142)" userId="bd1019e9-fe7d-45bb-8938-4a3398eba8be" providerId="ADAL" clId="{D8E76ED8-6577-7B45-A735-4968E733AB71}"/>
    <pc:docChg chg="undo custSel addSld delSld modSld">
      <pc:chgData name="Hidde Gerritsen (1079142)" userId="bd1019e9-fe7d-45bb-8938-4a3398eba8be" providerId="ADAL" clId="{D8E76ED8-6577-7B45-A735-4968E733AB71}" dt="2025-03-10T09:27:47.950" v="1092" actId="20577"/>
      <pc:docMkLst>
        <pc:docMk/>
      </pc:docMkLst>
      <pc:sldChg chg="del">
        <pc:chgData name="Hidde Gerritsen (1079142)" userId="bd1019e9-fe7d-45bb-8938-4a3398eba8be" providerId="ADAL" clId="{D8E76ED8-6577-7B45-A735-4968E733AB71}" dt="2025-03-07T10:44:53.522" v="80" actId="2696"/>
        <pc:sldMkLst>
          <pc:docMk/>
          <pc:sldMk cId="3509801291" sldId="257"/>
        </pc:sldMkLst>
      </pc:sldChg>
      <pc:sldChg chg="modSp mod">
        <pc:chgData name="Hidde Gerritsen (1079142)" userId="bd1019e9-fe7d-45bb-8938-4a3398eba8be" providerId="ADAL" clId="{D8E76ED8-6577-7B45-A735-4968E733AB71}" dt="2025-03-07T10:45:27.688" v="86" actId="20577"/>
        <pc:sldMkLst>
          <pc:docMk/>
          <pc:sldMk cId="3881030924" sldId="260"/>
        </pc:sldMkLst>
        <pc:spChg chg="mod">
          <ac:chgData name="Hidde Gerritsen (1079142)" userId="bd1019e9-fe7d-45bb-8938-4a3398eba8be" providerId="ADAL" clId="{D8E76ED8-6577-7B45-A735-4968E733AB71}" dt="2025-03-07T10:42:13.585" v="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idde Gerritsen (1079142)" userId="bd1019e9-fe7d-45bb-8938-4a3398eba8be" providerId="ADAL" clId="{D8E76ED8-6577-7B45-A735-4968E733AB71}" dt="2025-03-07T10:45:27.688" v="86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 mod">
        <pc:chgData name="Hidde Gerritsen (1079142)" userId="bd1019e9-fe7d-45bb-8938-4a3398eba8be" providerId="ADAL" clId="{D8E76ED8-6577-7B45-A735-4968E733AB71}" dt="2025-03-07T11:14:52.448" v="516" actId="1076"/>
        <pc:sldMkLst>
          <pc:docMk/>
          <pc:sldMk cId="4273982498" sldId="261"/>
        </pc:sldMkLst>
      </pc:sldChg>
      <pc:sldChg chg="addSp delSp modSp mod">
        <pc:chgData name="Hidde Gerritsen (1079142)" userId="bd1019e9-fe7d-45bb-8938-4a3398eba8be" providerId="ADAL" clId="{D8E76ED8-6577-7B45-A735-4968E733AB71}" dt="2025-03-07T10:52:21.700" v="263"/>
        <pc:sldMkLst>
          <pc:docMk/>
          <pc:sldMk cId="1680564021" sldId="263"/>
        </pc:sldMkLst>
      </pc:sldChg>
      <pc:sldChg chg="addSp modSp mod">
        <pc:chgData name="Hidde Gerritsen (1079142)" userId="bd1019e9-fe7d-45bb-8938-4a3398eba8be" providerId="ADAL" clId="{D8E76ED8-6577-7B45-A735-4968E733AB71}" dt="2025-03-10T09:21:18.896" v="964" actId="20577"/>
        <pc:sldMkLst>
          <pc:docMk/>
          <pc:sldMk cId="1448387869" sldId="264"/>
        </pc:sldMkLst>
      </pc:sldChg>
      <pc:sldChg chg="del">
        <pc:chgData name="Hidde Gerritsen (1079142)" userId="bd1019e9-fe7d-45bb-8938-4a3398eba8be" providerId="ADAL" clId="{D8E76ED8-6577-7B45-A735-4968E733AB71}" dt="2025-03-07T10:49:23.373" v="163" actId="2696"/>
        <pc:sldMkLst>
          <pc:docMk/>
          <pc:sldMk cId="389105982" sldId="266"/>
        </pc:sldMkLst>
      </pc:sldChg>
      <pc:sldChg chg="modSp mod">
        <pc:chgData name="Hidde Gerritsen (1079142)" userId="bd1019e9-fe7d-45bb-8938-4a3398eba8be" providerId="ADAL" clId="{D8E76ED8-6577-7B45-A735-4968E733AB71}" dt="2025-03-07T11:14:32.407" v="510" actId="14100"/>
        <pc:sldMkLst>
          <pc:docMk/>
          <pc:sldMk cId="462427109" sldId="267"/>
        </pc:sldMkLst>
      </pc:sldChg>
      <pc:sldChg chg="addSp delSp modSp mod">
        <pc:chgData name="Hidde Gerritsen (1079142)" userId="bd1019e9-fe7d-45bb-8938-4a3398eba8be" providerId="ADAL" clId="{D8E76ED8-6577-7B45-A735-4968E733AB71}" dt="2025-03-10T09:25:12.150" v="977" actId="1076"/>
        <pc:sldMkLst>
          <pc:docMk/>
          <pc:sldMk cId="3316613587" sldId="268"/>
        </pc:sldMkLst>
      </pc:sldChg>
      <pc:sldChg chg="addSp modSp add mod">
        <pc:chgData name="Hidde Gerritsen (1079142)" userId="bd1019e9-fe7d-45bb-8938-4a3398eba8be" providerId="ADAL" clId="{D8E76ED8-6577-7B45-A735-4968E733AB71}" dt="2025-03-07T11:41:18.702" v="722" actId="1076"/>
        <pc:sldMkLst>
          <pc:docMk/>
          <pc:sldMk cId="235373548" sldId="269"/>
        </pc:sldMkLst>
      </pc:sldChg>
      <pc:sldChg chg="addSp modSp add mod">
        <pc:chgData name="Hidde Gerritsen (1079142)" userId="bd1019e9-fe7d-45bb-8938-4a3398eba8be" providerId="ADAL" clId="{D8E76ED8-6577-7B45-A735-4968E733AB71}" dt="2025-03-07T11:47:10.031" v="795" actId="1076"/>
        <pc:sldMkLst>
          <pc:docMk/>
          <pc:sldMk cId="3847829345" sldId="270"/>
        </pc:sldMkLst>
      </pc:sldChg>
      <pc:sldChg chg="addSp modSp mod">
        <pc:chgData name="Hidde Gerritsen (1079142)" userId="bd1019e9-fe7d-45bb-8938-4a3398eba8be" providerId="ADAL" clId="{D8E76ED8-6577-7B45-A735-4968E733AB71}" dt="2025-03-07T11:50:35.160" v="955" actId="29295"/>
        <pc:sldMkLst>
          <pc:docMk/>
          <pc:sldMk cId="1925568384" sldId="272"/>
        </pc:sldMkLst>
      </pc:sldChg>
      <pc:sldChg chg="modSp mod">
        <pc:chgData name="Hidde Gerritsen (1079142)" userId="bd1019e9-fe7d-45bb-8938-4a3398eba8be" providerId="ADAL" clId="{D8E76ED8-6577-7B45-A735-4968E733AB71}" dt="2025-03-10T09:27:47.950" v="1092" actId="20577"/>
        <pc:sldMkLst>
          <pc:docMk/>
          <pc:sldMk cId="2830931085" sldId="273"/>
        </pc:sldMkLst>
      </pc:sldChg>
    </pc:docChg>
  </pc:docChgLst>
  <pc:docChgLst>
    <pc:chgData name="Olaf Goudriaan Goudriaan (1071349)" userId="S::1071349@hr.nl::08bef46a-b76c-446b-b720-48726ea9290f" providerId="AD" clId="Web-{322708E1-3D27-8AC9-FB43-489219073033}"/>
    <pc:docChg chg="modSld">
      <pc:chgData name="Olaf Goudriaan Goudriaan (1071349)" userId="S::1071349@hr.nl::08bef46a-b76c-446b-b720-48726ea9290f" providerId="AD" clId="Web-{322708E1-3D27-8AC9-FB43-489219073033}" dt="2025-02-14T14:32:03.652" v="3"/>
      <pc:docMkLst>
        <pc:docMk/>
      </pc:docMkLst>
      <pc:sldChg chg="mod modShow">
        <pc:chgData name="Olaf Goudriaan Goudriaan (1071349)" userId="S::1071349@hr.nl::08bef46a-b76c-446b-b720-48726ea9290f" providerId="AD" clId="Web-{322708E1-3D27-8AC9-FB43-489219073033}" dt="2025-02-14T14:31:59.964" v="2"/>
        <pc:sldMkLst>
          <pc:docMk/>
          <pc:sldMk cId="1690403054" sldId="256"/>
        </pc:sldMkLst>
      </pc:sldChg>
      <pc:sldChg chg="mod modShow">
        <pc:chgData name="Olaf Goudriaan Goudriaan (1071349)" userId="S::1071349@hr.nl::08bef46a-b76c-446b-b720-48726ea9290f" providerId="AD" clId="Web-{322708E1-3D27-8AC9-FB43-489219073033}" dt="2025-02-14T14:32:03.652" v="3"/>
        <pc:sldMkLst>
          <pc:docMk/>
          <pc:sldMk cId="1125819257" sldId="262"/>
        </pc:sldMkLst>
      </pc:sldChg>
    </pc:docChg>
  </pc:docChgLst>
  <pc:docChgLst>
    <pc:chgData name="Mees van der Waal (1052159)" userId="S::1052159@hr.nl::f47bb1cd-9a7d-4d84-91da-2dc9c3e5f91c" providerId="AD" clId="Web-{32426383-1ECC-8E42-238A-938BF9C536B8}"/>
    <pc:docChg chg="addSld modSld">
      <pc:chgData name="Mees van der Waal (1052159)" userId="S::1052159@hr.nl::f47bb1cd-9a7d-4d84-91da-2dc9c3e5f91c" providerId="AD" clId="Web-{32426383-1ECC-8E42-238A-938BF9C536B8}" dt="2025-05-09T10:49:34.597" v="22" actId="20577"/>
      <pc:docMkLst>
        <pc:docMk/>
      </pc:docMkLst>
      <pc:sldChg chg="modSp">
        <pc:chgData name="Mees van der Waal (1052159)" userId="S::1052159@hr.nl::f47bb1cd-9a7d-4d84-91da-2dc9c3e5f91c" providerId="AD" clId="Web-{32426383-1ECC-8E42-238A-938BF9C536B8}" dt="2025-05-09T10:49:34.597" v="22" actId="20577"/>
        <pc:sldMkLst>
          <pc:docMk/>
          <pc:sldMk cId="1797836462" sldId="274"/>
        </pc:sldMkLst>
        <pc:spChg chg="mod">
          <ac:chgData name="Mees van der Waal (1052159)" userId="S::1052159@hr.nl::f47bb1cd-9a7d-4d84-91da-2dc9c3e5f91c" providerId="AD" clId="Web-{32426383-1ECC-8E42-238A-938BF9C536B8}" dt="2025-05-09T10:49:34.597" v="22" actId="20577"/>
          <ac:spMkLst>
            <pc:docMk/>
            <pc:sldMk cId="1797836462" sldId="274"/>
            <ac:spMk id="3" creationId="{A90F0178-CD9E-010D-6C7C-05629C70CD07}"/>
          </ac:spMkLst>
        </pc:spChg>
      </pc:sldChg>
      <pc:sldChg chg="addSp delSp modSp new mod setBg setClrOvrMap">
        <pc:chgData name="Mees van der Waal (1052159)" userId="S::1052159@hr.nl::f47bb1cd-9a7d-4d84-91da-2dc9c3e5f91c" providerId="AD" clId="Web-{32426383-1ECC-8E42-238A-938BF9C536B8}" dt="2025-05-09T10:49:16.047" v="20" actId="14100"/>
        <pc:sldMkLst>
          <pc:docMk/>
          <pc:sldMk cId="2949053032" sldId="275"/>
        </pc:sldMkLst>
        <pc:spChg chg="mod">
          <ac:chgData name="Mees van der Waal (1052159)" userId="S::1052159@hr.nl::f47bb1cd-9a7d-4d84-91da-2dc9c3e5f91c" providerId="AD" clId="Web-{32426383-1ECC-8E42-238A-938BF9C536B8}" dt="2025-05-09T10:48:55.578" v="17"/>
          <ac:spMkLst>
            <pc:docMk/>
            <pc:sldMk cId="2949053032" sldId="275"/>
            <ac:spMk id="2" creationId="{9E58EC68-58A6-C16F-8813-2963BEAD98CC}"/>
          </ac:spMkLst>
        </pc:spChg>
        <pc:spChg chg="del">
          <ac:chgData name="Mees van der Waal (1052159)" userId="S::1052159@hr.nl::f47bb1cd-9a7d-4d84-91da-2dc9c3e5f91c" providerId="AD" clId="Web-{32426383-1ECC-8E42-238A-938BF9C536B8}" dt="2025-05-09T10:48:49.515" v="16"/>
          <ac:spMkLst>
            <pc:docMk/>
            <pc:sldMk cId="2949053032" sldId="275"/>
            <ac:spMk id="3" creationId="{B2EDE3BD-BFD3-4CC5-54E8-0E655CE8550B}"/>
          </ac:spMkLst>
        </pc:spChg>
        <pc:spChg chg="add">
          <ac:chgData name="Mees van der Waal (1052159)" userId="S::1052159@hr.nl::f47bb1cd-9a7d-4d84-91da-2dc9c3e5f91c" providerId="AD" clId="Web-{32426383-1ECC-8E42-238A-938BF9C536B8}" dt="2025-05-09T10:48:55.578" v="17"/>
          <ac:spMkLst>
            <pc:docMk/>
            <pc:sldMk cId="2949053032" sldId="275"/>
            <ac:spMk id="8" creationId="{EFF4DDBB-144C-5966-D702-E8A53D29AC7C}"/>
          </ac:spMkLst>
        </pc:spChg>
        <pc:spChg chg="add">
          <ac:chgData name="Mees van der Waal (1052159)" userId="S::1052159@hr.nl::f47bb1cd-9a7d-4d84-91da-2dc9c3e5f91c" providerId="AD" clId="Web-{32426383-1ECC-8E42-238A-938BF9C536B8}" dt="2025-05-09T10:48:55.578" v="17"/>
          <ac:spMkLst>
            <pc:docMk/>
            <pc:sldMk cId="2949053032" sldId="275"/>
            <ac:spMk id="11" creationId="{6697F791-5FFA-4164-899F-EB52EA72B024}"/>
          </ac:spMkLst>
        </pc:spChg>
        <pc:spChg chg="add">
          <ac:chgData name="Mees van der Waal (1052159)" userId="S::1052159@hr.nl::f47bb1cd-9a7d-4d84-91da-2dc9c3e5f91c" providerId="AD" clId="Web-{32426383-1ECC-8E42-238A-938BF9C536B8}" dt="2025-05-09T10:48:55.578" v="17"/>
          <ac:spMkLst>
            <pc:docMk/>
            <pc:sldMk cId="2949053032" sldId="275"/>
            <ac:spMk id="15" creationId="{B773AB25-A422-41AA-9737-5E04C1966DE1}"/>
          </ac:spMkLst>
        </pc:spChg>
        <pc:grpChg chg="add">
          <ac:chgData name="Mees van der Waal (1052159)" userId="S::1052159@hr.nl::f47bb1cd-9a7d-4d84-91da-2dc9c3e5f91c" providerId="AD" clId="Web-{32426383-1ECC-8E42-238A-938BF9C536B8}" dt="2025-05-09T10:48:55.578" v="17"/>
          <ac:grpSpMkLst>
            <pc:docMk/>
            <pc:sldMk cId="2949053032" sldId="275"/>
            <ac:grpSpMk id="19" creationId="{6AD0D387-1584-4477-B5F8-52B50D4F2205}"/>
          </ac:grpSpMkLst>
        </pc:grpChg>
        <pc:picChg chg="add mod ord">
          <ac:chgData name="Mees van der Waal (1052159)" userId="S::1052159@hr.nl::f47bb1cd-9a7d-4d84-91da-2dc9c3e5f91c" providerId="AD" clId="Web-{32426383-1ECC-8E42-238A-938BF9C536B8}" dt="2025-05-09T10:49:16.047" v="20" actId="14100"/>
          <ac:picMkLst>
            <pc:docMk/>
            <pc:sldMk cId="2949053032" sldId="275"/>
            <ac:picMk id="4" creationId="{E25743F6-106D-6A44-8325-FC297EAB843D}"/>
          </ac:picMkLst>
        </pc:picChg>
        <pc:picChg chg="add">
          <ac:chgData name="Mees van der Waal (1052159)" userId="S::1052159@hr.nl::f47bb1cd-9a7d-4d84-91da-2dc9c3e5f91c" providerId="AD" clId="Web-{32426383-1ECC-8E42-238A-938BF9C536B8}" dt="2025-05-09T10:48:55.578" v="17"/>
          <ac:picMkLst>
            <pc:docMk/>
            <pc:sldMk cId="2949053032" sldId="275"/>
            <ac:picMk id="13" creationId="{4E28A1A9-FB81-4816-AAEA-C3B430946951}"/>
          </ac:picMkLst>
        </pc:picChg>
        <pc:picChg chg="add">
          <ac:chgData name="Mees van der Waal (1052159)" userId="S::1052159@hr.nl::f47bb1cd-9a7d-4d84-91da-2dc9c3e5f91c" providerId="AD" clId="Web-{32426383-1ECC-8E42-238A-938BF9C536B8}" dt="2025-05-09T10:48:55.578" v="17"/>
          <ac:picMkLst>
            <pc:docMk/>
            <pc:sldMk cId="2949053032" sldId="275"/>
            <ac:picMk id="17" creationId="{AF0552B8-DE8C-40DF-B29F-1728E6A10619}"/>
          </ac:picMkLst>
        </pc:picChg>
      </pc:sldChg>
    </pc:docChg>
  </pc:docChgLst>
  <pc:docChgLst>
    <pc:chgData name="Mees van der Waal (1052159)" userId="S::1052159@hr.nl::f47bb1cd-9a7d-4d84-91da-2dc9c3e5f91c" providerId="AD" clId="Web-{4D86810B-0965-5F67-1518-DF680C869892}"/>
    <pc:docChg chg="modSld">
      <pc:chgData name="Mees van der Waal (1052159)" userId="S::1052159@hr.nl::f47bb1cd-9a7d-4d84-91da-2dc9c3e5f91c" providerId="AD" clId="Web-{4D86810B-0965-5F67-1518-DF680C869892}" dt="2025-03-10T09:25:59.420" v="38" actId="20577"/>
      <pc:docMkLst>
        <pc:docMk/>
      </pc:docMkLst>
      <pc:sldChg chg="modSp">
        <pc:chgData name="Mees van der Waal (1052159)" userId="S::1052159@hr.nl::f47bb1cd-9a7d-4d84-91da-2dc9c3e5f91c" providerId="AD" clId="Web-{4D86810B-0965-5F67-1518-DF680C869892}" dt="2025-03-10T09:20:56.112" v="9"/>
        <pc:sldMkLst>
          <pc:docMk/>
          <pc:sldMk cId="1448387869" sldId="264"/>
        </pc:sldMkLst>
      </pc:sldChg>
      <pc:sldChg chg="addSp modSp">
        <pc:chgData name="Mees van der Waal (1052159)" userId="S::1052159@hr.nl::f47bb1cd-9a7d-4d84-91da-2dc9c3e5f91c" providerId="AD" clId="Web-{4D86810B-0965-5F67-1518-DF680C869892}" dt="2025-03-10T09:25:59.420" v="38" actId="20577"/>
        <pc:sldMkLst>
          <pc:docMk/>
          <pc:sldMk cId="187904320" sldId="271"/>
        </pc:sldMkLst>
      </pc:sldChg>
      <pc:sldChg chg="modSp">
        <pc:chgData name="Mees van der Waal (1052159)" userId="S::1052159@hr.nl::f47bb1cd-9a7d-4d84-91da-2dc9c3e5f91c" providerId="AD" clId="Web-{4D86810B-0965-5F67-1518-DF680C869892}" dt="2025-03-10T09:21:53.583" v="30" actId="20577"/>
        <pc:sldMkLst>
          <pc:docMk/>
          <pc:sldMk cId="1925568384" sldId="272"/>
        </pc:sldMkLst>
      </pc:sldChg>
    </pc:docChg>
  </pc:docChgLst>
  <pc:docChgLst>
    <pc:chgData name="Mees van der Waal (1052159)" userId="S::1052159@hr.nl::f47bb1cd-9a7d-4d84-91da-2dc9c3e5f91c" providerId="AD" clId="Web-{B61AC253-D273-140C-E8C1-6F99A85E6758}"/>
    <pc:docChg chg="addSld delSld modSld">
      <pc:chgData name="Mees van der Waal (1052159)" userId="S::1052159@hr.nl::f47bb1cd-9a7d-4d84-91da-2dc9c3e5f91c" providerId="AD" clId="Web-{B61AC253-D273-140C-E8C1-6F99A85E6758}" dt="2025-04-24T08:22:19.602" v="45"/>
      <pc:docMkLst>
        <pc:docMk/>
      </pc:docMkLst>
      <pc:sldChg chg="del">
        <pc:chgData name="Mees van der Waal (1052159)" userId="S::1052159@hr.nl::f47bb1cd-9a7d-4d84-91da-2dc9c3e5f91c" providerId="AD" clId="Web-{B61AC253-D273-140C-E8C1-6F99A85E6758}" dt="2025-04-24T08:13:58.839" v="7"/>
        <pc:sldMkLst>
          <pc:docMk/>
          <pc:sldMk cId="1448387869" sldId="264"/>
        </pc:sldMkLst>
      </pc:sldChg>
      <pc:sldChg chg="add del">
        <pc:chgData name="Mees van der Waal (1052159)" userId="S::1052159@hr.nl::f47bb1cd-9a7d-4d84-91da-2dc9c3e5f91c" providerId="AD" clId="Web-{B61AC253-D273-140C-E8C1-6F99A85E6758}" dt="2025-04-24T08:14:07.667" v="11"/>
        <pc:sldMkLst>
          <pc:docMk/>
          <pc:sldMk cId="630579946" sldId="265"/>
        </pc:sldMkLst>
      </pc:sldChg>
      <pc:sldChg chg="addSp modSp new">
        <pc:chgData name="Mees van der Waal (1052159)" userId="S::1052159@hr.nl::f47bb1cd-9a7d-4d84-91da-2dc9c3e5f91c" providerId="AD" clId="Web-{B61AC253-D273-140C-E8C1-6F99A85E6758}" dt="2025-04-24T08:22:19.602" v="45"/>
        <pc:sldMkLst>
          <pc:docMk/>
          <pc:sldMk cId="1945095330" sldId="266"/>
        </pc:sldMkLst>
        <pc:spChg chg="mod">
          <ac:chgData name="Mees van der Waal (1052159)" userId="S::1052159@hr.nl::f47bb1cd-9a7d-4d84-91da-2dc9c3e5f91c" providerId="AD" clId="Web-{B61AC253-D273-140C-E8C1-6F99A85E6758}" dt="2025-04-24T08:14:22.980" v="17" actId="20577"/>
          <ac:spMkLst>
            <pc:docMk/>
            <pc:sldMk cId="1945095330" sldId="266"/>
            <ac:spMk id="2" creationId="{33151159-BC11-3441-1D0E-3029B901861F}"/>
          </ac:spMkLst>
        </pc:spChg>
        <pc:spChg chg="mod">
          <ac:chgData name="Mees van der Waal (1052159)" userId="S::1052159@hr.nl::f47bb1cd-9a7d-4d84-91da-2dc9c3e5f91c" providerId="AD" clId="Web-{B61AC253-D273-140C-E8C1-6F99A85E6758}" dt="2025-04-24T08:21:56.352" v="38" actId="20577"/>
          <ac:spMkLst>
            <pc:docMk/>
            <pc:sldMk cId="1945095330" sldId="266"/>
            <ac:spMk id="3" creationId="{73EDF58C-BCF0-D333-DE52-D615EB729401}"/>
          </ac:spMkLst>
        </pc:spChg>
        <pc:picChg chg="add">
          <ac:chgData name="Mees van der Waal (1052159)" userId="S::1052159@hr.nl::f47bb1cd-9a7d-4d84-91da-2dc9c3e5f91c" providerId="AD" clId="Web-{B61AC253-D273-140C-E8C1-6F99A85E6758}" dt="2025-04-24T08:22:19.602" v="45"/>
          <ac:picMkLst>
            <pc:docMk/>
            <pc:sldMk cId="1945095330" sldId="266"/>
            <ac:picMk id="5" creationId="{735286A2-E32A-52A8-2FC5-920AE5AB71DA}"/>
          </ac:picMkLst>
        </pc:picChg>
      </pc:sldChg>
      <pc:sldChg chg="del">
        <pc:chgData name="Mees van der Waal (1052159)" userId="S::1052159@hr.nl::f47bb1cd-9a7d-4d84-91da-2dc9c3e5f91c" providerId="AD" clId="Web-{B61AC253-D273-140C-E8C1-6F99A85E6758}" dt="2025-04-24T08:13:55.261" v="1"/>
        <pc:sldMkLst>
          <pc:docMk/>
          <pc:sldMk cId="462427109" sldId="267"/>
        </pc:sldMkLst>
      </pc:sldChg>
      <pc:sldChg chg="addSp modSp new">
        <pc:chgData name="Mees van der Waal (1052159)" userId="S::1052159@hr.nl::f47bb1cd-9a7d-4d84-91da-2dc9c3e5f91c" providerId="AD" clId="Web-{B61AC253-D273-140C-E8C1-6F99A85E6758}" dt="2025-04-24T08:22:15.790" v="44"/>
        <pc:sldMkLst>
          <pc:docMk/>
          <pc:sldMk cId="3438125216" sldId="267"/>
        </pc:sldMkLst>
        <pc:spChg chg="mod">
          <ac:chgData name="Mees van der Waal (1052159)" userId="S::1052159@hr.nl::f47bb1cd-9a7d-4d84-91da-2dc9c3e5f91c" providerId="AD" clId="Web-{B61AC253-D273-140C-E8C1-6F99A85E6758}" dt="2025-04-24T08:22:01.446" v="43" actId="20577"/>
          <ac:spMkLst>
            <pc:docMk/>
            <pc:sldMk cId="3438125216" sldId="267"/>
            <ac:spMk id="2" creationId="{9A82F3D4-C36C-1F62-66E9-85FDD9C407E5}"/>
          </ac:spMkLst>
        </pc:spChg>
        <pc:picChg chg="add">
          <ac:chgData name="Mees van der Waal (1052159)" userId="S::1052159@hr.nl::f47bb1cd-9a7d-4d84-91da-2dc9c3e5f91c" providerId="AD" clId="Web-{B61AC253-D273-140C-E8C1-6F99A85E6758}" dt="2025-04-24T08:22:15.790" v="44"/>
          <ac:picMkLst>
            <pc:docMk/>
            <pc:sldMk cId="3438125216" sldId="267"/>
            <ac:picMk id="5" creationId="{F21FFFBD-CFB9-337B-EEFC-B42DD6661C70}"/>
          </ac:picMkLst>
        </pc:picChg>
      </pc:sldChg>
      <pc:sldChg chg="del">
        <pc:chgData name="Mees van der Waal (1052159)" userId="S::1052159@hr.nl::f47bb1cd-9a7d-4d84-91da-2dc9c3e5f91c" providerId="AD" clId="Web-{B61AC253-D273-140C-E8C1-6F99A85E6758}" dt="2025-04-24T08:13:55.589" v="2"/>
        <pc:sldMkLst>
          <pc:docMk/>
          <pc:sldMk cId="3316613587" sldId="268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33" v="4"/>
        <pc:sldMkLst>
          <pc:docMk/>
          <pc:sldMk cId="187904320" sldId="271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4.104" v="0"/>
        <pc:sldMkLst>
          <pc:docMk/>
          <pc:sldMk cId="1925568384" sldId="272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95" v="6"/>
        <pc:sldMkLst>
          <pc:docMk/>
          <pc:sldMk cId="2830931085" sldId="273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64" v="5"/>
        <pc:sldMkLst>
          <pc:docMk/>
          <pc:sldMk cId="3713448215" sldId="274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6.105" v="3"/>
        <pc:sldMkLst>
          <pc:docMk/>
          <pc:sldMk cId="2937471029" sldId="276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9.823" v="8"/>
        <pc:sldMkLst>
          <pc:docMk/>
          <pc:sldMk cId="3966701848" sldId="277"/>
        </pc:sldMkLst>
      </pc:sldChg>
      <pc:sldChg chg="add del">
        <pc:chgData name="Mees van der Waal (1052159)" userId="S::1052159@hr.nl::f47bb1cd-9a7d-4d84-91da-2dc9c3e5f91c" providerId="AD" clId="Web-{B61AC253-D273-140C-E8C1-6F99A85E6758}" dt="2025-04-24T08:14:12.167" v="13"/>
        <pc:sldMkLst>
          <pc:docMk/>
          <pc:sldMk cId="3888164645" sldId="279"/>
        </pc:sldMkLst>
      </pc:sldChg>
    </pc:docChg>
  </pc:docChgLst>
  <pc:docChgLst>
    <pc:chgData name="Mees van der Waal (1052159)" userId="S::1052159@hr.nl::f47bb1cd-9a7d-4d84-91da-2dc9c3e5f91c" providerId="AD" clId="Web-{5EBAFE4B-691C-12ED-D019-A020150D2140}"/>
    <pc:docChg chg="addSld modSld">
      <pc:chgData name="Mees van der Waal (1052159)" userId="S::1052159@hr.nl::f47bb1cd-9a7d-4d84-91da-2dc9c3e5f91c" providerId="AD" clId="Web-{5EBAFE4B-691C-12ED-D019-A020150D2140}" dt="2025-04-25T08:31:12.061" v="145"/>
      <pc:docMkLst>
        <pc:docMk/>
      </pc:docMkLst>
      <pc:sldChg chg="addSp modSp mod setBg">
        <pc:chgData name="Mees van der Waal (1052159)" userId="S::1052159@hr.nl::f47bb1cd-9a7d-4d84-91da-2dc9c3e5f91c" providerId="AD" clId="Web-{5EBAFE4B-691C-12ED-D019-A020150D2140}" dt="2025-04-25T08:31:12.061" v="145"/>
        <pc:sldMkLst>
          <pc:docMk/>
          <pc:sldMk cId="684431579" sldId="268"/>
        </pc:sldMkLst>
        <pc:spChg chg="mod">
          <ac:chgData name="Mees van der Waal (1052159)" userId="S::1052159@hr.nl::f47bb1cd-9a7d-4d84-91da-2dc9c3e5f91c" providerId="AD" clId="Web-{5EBAFE4B-691C-12ED-D019-A020150D2140}" dt="2025-04-25T08:31:12.061" v="145"/>
          <ac:spMkLst>
            <pc:docMk/>
            <pc:sldMk cId="684431579" sldId="268"/>
            <ac:spMk id="2" creationId="{99EFD965-A344-2C99-3340-96BA03766856}"/>
          </ac:spMkLst>
        </pc:spChg>
        <pc:spChg chg="mod">
          <ac:chgData name="Mees van der Waal (1052159)" userId="S::1052159@hr.nl::f47bb1cd-9a7d-4d84-91da-2dc9c3e5f91c" providerId="AD" clId="Web-{5EBAFE4B-691C-12ED-D019-A020150D2140}" dt="2025-04-25T08:31:12.061" v="145"/>
          <ac:spMkLst>
            <pc:docMk/>
            <pc:sldMk cId="684431579" sldId="268"/>
            <ac:spMk id="3" creationId="{17526E26-12AE-FFBA-14F5-1F5BE45E6247}"/>
          </ac:spMkLst>
        </pc:spChg>
        <pc:picChg chg="add mod">
          <ac:chgData name="Mees van der Waal (1052159)" userId="S::1052159@hr.nl::f47bb1cd-9a7d-4d84-91da-2dc9c3e5f91c" providerId="AD" clId="Web-{5EBAFE4B-691C-12ED-D019-A020150D2140}" dt="2025-04-25T08:31:12.061" v="145"/>
          <ac:picMkLst>
            <pc:docMk/>
            <pc:sldMk cId="684431579" sldId="268"/>
            <ac:picMk id="4" creationId="{02A8F5EC-80DE-95FA-8154-C9F196EE1AA7}"/>
          </ac:picMkLst>
        </pc:picChg>
      </pc:sldChg>
      <pc:sldChg chg="addSp modSp new">
        <pc:chgData name="Mees van der Waal (1052159)" userId="S::1052159@hr.nl::f47bb1cd-9a7d-4d84-91da-2dc9c3e5f91c" providerId="AD" clId="Web-{5EBAFE4B-691C-12ED-D019-A020150D2140}" dt="2025-04-25T08:29:09.839" v="135" actId="20577"/>
        <pc:sldMkLst>
          <pc:docMk/>
          <pc:sldMk cId="3783284496" sldId="269"/>
        </pc:sldMkLst>
        <pc:spChg chg="mod">
          <ac:chgData name="Mees van der Waal (1052159)" userId="S::1052159@hr.nl::f47bb1cd-9a7d-4d84-91da-2dc9c3e5f91c" providerId="AD" clId="Web-{5EBAFE4B-691C-12ED-D019-A020150D2140}" dt="2025-04-25T08:28:11.072" v="12" actId="20577"/>
          <ac:spMkLst>
            <pc:docMk/>
            <pc:sldMk cId="3783284496" sldId="269"/>
            <ac:spMk id="2" creationId="{9E430DFA-DB99-DD53-26B8-426D841C8B7D}"/>
          </ac:spMkLst>
        </pc:spChg>
        <pc:spChg chg="mod">
          <ac:chgData name="Mees van der Waal (1052159)" userId="S::1052159@hr.nl::f47bb1cd-9a7d-4d84-91da-2dc9c3e5f91c" providerId="AD" clId="Web-{5EBAFE4B-691C-12ED-D019-A020150D2140}" dt="2025-04-25T08:29:09.839" v="135" actId="20577"/>
          <ac:spMkLst>
            <pc:docMk/>
            <pc:sldMk cId="3783284496" sldId="269"/>
            <ac:spMk id="3" creationId="{A33E698D-D17A-14DF-825F-C9747306DBAA}"/>
          </ac:spMkLst>
        </pc:spChg>
        <pc:picChg chg="add">
          <ac:chgData name="Mees van der Waal (1052159)" userId="S::1052159@hr.nl::f47bb1cd-9a7d-4d84-91da-2dc9c3e5f91c" providerId="AD" clId="Web-{5EBAFE4B-691C-12ED-D019-A020150D2140}" dt="2025-04-25T08:28:21.322" v="13"/>
          <ac:picMkLst>
            <pc:docMk/>
            <pc:sldMk cId="3783284496" sldId="269"/>
            <ac:picMk id="5" creationId="{770A747B-FC26-76A5-3CF4-1B8527C971E7}"/>
          </ac:picMkLst>
        </pc:picChg>
      </pc:sldChg>
    </pc:docChg>
  </pc:docChgLst>
  <pc:docChgLst>
    <pc:chgData name="Mees van der Waal (1052159)" userId="f47bb1cd-9a7d-4d84-91da-2dc9c3e5f91c" providerId="ADAL" clId="{70E3D652-36E9-4FE0-8954-1C05999B9F05}"/>
    <pc:docChg chg="custSel modSld">
      <pc:chgData name="Mees van der Waal (1052159)" userId="f47bb1cd-9a7d-4d84-91da-2dc9c3e5f91c" providerId="ADAL" clId="{70E3D652-36E9-4FE0-8954-1C05999B9F05}" dt="2025-02-17T08:54:22.878" v="64" actId="20577"/>
      <pc:docMkLst>
        <pc:docMk/>
      </pc:docMkLst>
      <pc:sldChg chg="modSp mod">
        <pc:chgData name="Mees van der Waal (1052159)" userId="f47bb1cd-9a7d-4d84-91da-2dc9c3e5f91c" providerId="ADAL" clId="{70E3D652-36E9-4FE0-8954-1C05999B9F05}" dt="2025-02-17T08:54:22.878" v="64" actId="20577"/>
        <pc:sldMkLst>
          <pc:docMk/>
          <pc:sldMk cId="4273982498" sldId="261"/>
        </pc:sldMkLst>
      </pc:sldChg>
    </pc:docChg>
  </pc:docChgLst>
  <pc:docChgLst>
    <pc:chgData name="Hwayda Hwayda Bashair (1049850)" userId="S::1049850@hr.nl::cfc65a82-fb1c-475e-92d7-ff76e90f0086" providerId="AD" clId="Web-{94294922-08B0-AF77-8915-69D62FC70BF0}"/>
    <pc:docChg chg="addSld modSld">
      <pc:chgData name="Hwayda Hwayda Bashair (1049850)" userId="S::1049850@hr.nl::cfc65a82-fb1c-475e-92d7-ff76e90f0086" providerId="AD" clId="Web-{94294922-08B0-AF77-8915-69D62FC70BF0}" dt="2025-04-25T11:59:11.212" v="63" actId="1076"/>
      <pc:docMkLst>
        <pc:docMk/>
      </pc:docMkLst>
      <pc:sldChg chg="addSp delSp modSp mod setBg">
        <pc:chgData name="Hwayda Hwayda Bashair (1049850)" userId="S::1049850@hr.nl::cfc65a82-fb1c-475e-92d7-ff76e90f0086" providerId="AD" clId="Web-{94294922-08B0-AF77-8915-69D62FC70BF0}" dt="2025-04-25T11:58:26.804" v="55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94294922-08B0-AF77-8915-69D62FC70BF0}" dt="2025-04-25T11:30:09.015" v="2"/>
          <ac:spMkLst>
            <pc:docMk/>
            <pc:sldMk cId="3881030924" sldId="260"/>
            <ac:spMk id="2" creationId="{F309F1E1-4171-8052-3E40-2C23D81BB3E7}"/>
          </ac:spMkLst>
        </pc:spChg>
        <pc:spChg chg="mod ord">
          <ac:chgData name="Hwayda Hwayda Bashair (1049850)" userId="S::1049850@hr.nl::cfc65a82-fb1c-475e-92d7-ff76e90f0086" providerId="AD" clId="Web-{94294922-08B0-AF77-8915-69D62FC70BF0}" dt="2025-04-25T11:58:21.069" v="53"/>
          <ac:spMkLst>
            <pc:docMk/>
            <pc:sldMk cId="3881030924" sldId="260"/>
            <ac:spMk id="3" creationId="{8CFFE4F0-96B8-8664-8AA0-F016386C1D27}"/>
          </ac:spMkLst>
        </pc:spChg>
        <pc:spChg chg="add del">
          <ac:chgData name="Hwayda Hwayda Bashair (1049850)" userId="S::1049850@hr.nl::cfc65a82-fb1c-475e-92d7-ff76e90f0086" providerId="AD" clId="Web-{94294922-08B0-AF77-8915-69D62FC70BF0}" dt="2025-04-25T11:58:21.069" v="53"/>
          <ac:spMkLst>
            <pc:docMk/>
            <pc:sldMk cId="3881030924" sldId="260"/>
            <ac:spMk id="10" creationId="{A3D1FEF8-5149-4AC1-8D77-B256637FB797}"/>
          </ac:spMkLst>
        </pc:spChg>
        <pc:spChg chg="add del">
          <ac:chgData name="Hwayda Hwayda Bashair (1049850)" userId="S::1049850@hr.nl::cfc65a82-fb1c-475e-92d7-ff76e90f0086" providerId="AD" clId="Web-{94294922-08B0-AF77-8915-69D62FC70BF0}" dt="2025-04-25T11:58:21.069" v="53"/>
          <ac:spMkLst>
            <pc:docMk/>
            <pc:sldMk cId="3881030924" sldId="260"/>
            <ac:spMk id="15" creationId="{A3D1FEF8-5149-4AC1-8D77-B256637FB797}"/>
          </ac:spMkLst>
        </pc:spChg>
        <pc:picChg chg="add del mod ord">
          <ac:chgData name="Hwayda Hwayda Bashair (1049850)" userId="S::1049850@hr.nl::cfc65a82-fb1c-475e-92d7-ff76e90f0086" providerId="AD" clId="Web-{94294922-08B0-AF77-8915-69D62FC70BF0}" dt="2025-04-25T11:58:24.507" v="54"/>
          <ac:picMkLst>
            <pc:docMk/>
            <pc:sldMk cId="3881030924" sldId="260"/>
            <ac:picMk id="4" creationId="{09EA2971-3C00-16B9-EED2-41802545C464}"/>
          </ac:picMkLst>
        </pc:picChg>
        <pc:picChg chg="add mod">
          <ac:chgData name="Hwayda Hwayda Bashair (1049850)" userId="S::1049850@hr.nl::cfc65a82-fb1c-475e-92d7-ff76e90f0086" providerId="AD" clId="Web-{94294922-08B0-AF77-8915-69D62FC70BF0}" dt="2025-04-25T11:58:21.069" v="53"/>
          <ac:picMkLst>
            <pc:docMk/>
            <pc:sldMk cId="3881030924" sldId="260"/>
            <ac:picMk id="5" creationId="{3D56CF32-C67A-7366-42E5-FF218D371A84}"/>
          </ac:picMkLst>
        </pc:picChg>
        <pc:picChg chg="add del mod">
          <ac:chgData name="Hwayda Hwayda Bashair (1049850)" userId="S::1049850@hr.nl::cfc65a82-fb1c-475e-92d7-ff76e90f0086" providerId="AD" clId="Web-{94294922-08B0-AF77-8915-69D62FC70BF0}" dt="2025-04-25T11:58:26.804" v="55"/>
          <ac:picMkLst>
            <pc:docMk/>
            <pc:sldMk cId="3881030924" sldId="260"/>
            <ac:picMk id="6" creationId="{0BBA6745-A257-9BD1-F619-2734BDF9E634}"/>
          </ac:picMkLst>
        </pc:picChg>
      </pc:sldChg>
      <pc:sldChg chg="modSp">
        <pc:chgData name="Hwayda Hwayda Bashair (1049850)" userId="S::1049850@hr.nl::cfc65a82-fb1c-475e-92d7-ff76e90f0086" providerId="AD" clId="Web-{94294922-08B0-AF77-8915-69D62FC70BF0}" dt="2025-04-25T11:33:34.289" v="13" actId="20577"/>
        <pc:sldMkLst>
          <pc:docMk/>
          <pc:sldMk cId="3438125216" sldId="267"/>
        </pc:sldMkLst>
        <pc:spChg chg="mod">
          <ac:chgData name="Hwayda Hwayda Bashair (1049850)" userId="S::1049850@hr.nl::cfc65a82-fb1c-475e-92d7-ff76e90f0086" providerId="AD" clId="Web-{94294922-08B0-AF77-8915-69D62FC70BF0}" dt="2025-04-25T11:33:34.289" v="13" actId="20577"/>
          <ac:spMkLst>
            <pc:docMk/>
            <pc:sldMk cId="3438125216" sldId="267"/>
            <ac:spMk id="3" creationId="{40F7FA98-8EBA-303A-CA2A-695287FF11D4}"/>
          </ac:spMkLst>
        </pc:spChg>
      </pc:sldChg>
      <pc:sldChg chg="modSp">
        <pc:chgData name="Hwayda Hwayda Bashair (1049850)" userId="S::1049850@hr.nl::cfc65a82-fb1c-475e-92d7-ff76e90f0086" providerId="AD" clId="Web-{94294922-08B0-AF77-8915-69D62FC70BF0}" dt="2025-04-25T11:42:04.560" v="36" actId="20577"/>
        <pc:sldMkLst>
          <pc:docMk/>
          <pc:sldMk cId="684431579" sldId="268"/>
        </pc:sldMkLst>
        <pc:spChg chg="mod">
          <ac:chgData name="Hwayda Hwayda Bashair (1049850)" userId="S::1049850@hr.nl::cfc65a82-fb1c-475e-92d7-ff76e90f0086" providerId="AD" clId="Web-{94294922-08B0-AF77-8915-69D62FC70BF0}" dt="2025-04-25T11:42:04.560" v="36" actId="20577"/>
          <ac:spMkLst>
            <pc:docMk/>
            <pc:sldMk cId="684431579" sldId="268"/>
            <ac:spMk id="3" creationId="{17526E26-12AE-FFBA-14F5-1F5BE45E6247}"/>
          </ac:spMkLst>
        </pc:spChg>
      </pc:sldChg>
      <pc:sldChg chg="addSp delSp modSp new">
        <pc:chgData name="Hwayda Hwayda Bashair (1049850)" userId="S::1049850@hr.nl::cfc65a82-fb1c-475e-92d7-ff76e90f0086" providerId="AD" clId="Web-{94294922-08B0-AF77-8915-69D62FC70BF0}" dt="2025-04-25T11:59:11.212" v="63" actId="1076"/>
        <pc:sldMkLst>
          <pc:docMk/>
          <pc:sldMk cId="2582241372" sldId="272"/>
        </pc:sldMkLst>
        <pc:spChg chg="del">
          <ac:chgData name="Hwayda Hwayda Bashair (1049850)" userId="S::1049850@hr.nl::cfc65a82-fb1c-475e-92d7-ff76e90f0086" providerId="AD" clId="Web-{94294922-08B0-AF77-8915-69D62FC70BF0}" dt="2025-04-25T11:58:56.352" v="57"/>
          <ac:spMkLst>
            <pc:docMk/>
            <pc:sldMk cId="2582241372" sldId="272"/>
            <ac:spMk id="3" creationId="{0DD063FA-4A95-3A3D-6E50-68AE95F3D3D0}"/>
          </ac:spMkLst>
        </pc:spChg>
        <pc:picChg chg="add mod ord">
          <ac:chgData name="Hwayda Hwayda Bashair (1049850)" userId="S::1049850@hr.nl::cfc65a82-fb1c-475e-92d7-ff76e90f0086" providerId="AD" clId="Web-{94294922-08B0-AF77-8915-69D62FC70BF0}" dt="2025-04-25T11:59:11.212" v="63" actId="1076"/>
          <ac:picMkLst>
            <pc:docMk/>
            <pc:sldMk cId="2582241372" sldId="272"/>
            <ac:picMk id="4" creationId="{D13DEA47-E51A-B53A-48C5-219DE67D73ED}"/>
          </ac:picMkLst>
        </pc:picChg>
      </pc:sldChg>
    </pc:docChg>
  </pc:docChgLst>
  <pc:docChgLst>
    <pc:chgData name="Hwayda Hwayda Bashair (1049850)" userId="S::1049850@hr.nl::cfc65a82-fb1c-475e-92d7-ff76e90f0086" providerId="AD" clId="Web-{E74F3F12-4418-8F47-3A5B-AE3DFBB0739E}"/>
    <pc:docChg chg="modSld sldOrd">
      <pc:chgData name="Hwayda Hwayda Bashair (1049850)" userId="S::1049850@hr.nl::cfc65a82-fb1c-475e-92d7-ff76e90f0086" providerId="AD" clId="Web-{E74F3F12-4418-8F47-3A5B-AE3DFBB0739E}" dt="2025-02-17T09:19:37.202" v="16" actId="20577"/>
      <pc:docMkLst>
        <pc:docMk/>
      </pc:docMkLst>
      <pc:sldChg chg="modSp">
        <pc:chgData name="Hwayda Hwayda Bashair (1049850)" userId="S::1049850@hr.nl::cfc65a82-fb1c-475e-92d7-ff76e90f0086" providerId="AD" clId="Web-{E74F3F12-4418-8F47-3A5B-AE3DFBB0739E}" dt="2025-02-17T09:19:37.202" v="16" actId="20577"/>
        <pc:sldMkLst>
          <pc:docMk/>
          <pc:sldMk cId="1680564021" sldId="263"/>
        </pc:sldMkLst>
      </pc:sldChg>
      <pc:sldChg chg="ord">
        <pc:chgData name="Hwayda Hwayda Bashair (1049850)" userId="S::1049850@hr.nl::cfc65a82-fb1c-475e-92d7-ff76e90f0086" providerId="AD" clId="Web-{E74F3F12-4418-8F47-3A5B-AE3DFBB0739E}" dt="2025-02-17T09:19:12.044" v="1"/>
        <pc:sldMkLst>
          <pc:docMk/>
          <pc:sldMk cId="389105982" sldId="266"/>
        </pc:sldMkLst>
      </pc:sldChg>
    </pc:docChg>
  </pc:docChgLst>
  <pc:docChgLst>
    <pc:chgData clId="Web-{0804B852-8783-3D89-2875-028EA02DBB27}"/>
    <pc:docChg chg="modSld">
      <pc:chgData name="" userId="" providerId="" clId="Web-{0804B852-8783-3D89-2875-028EA02DBB27}" dt="2025-04-24T11:50:48.336" v="1" actId="20577"/>
      <pc:docMkLst>
        <pc:docMk/>
      </pc:docMkLst>
      <pc:sldChg chg="modSp">
        <pc:chgData name="" userId="" providerId="" clId="Web-{0804B852-8783-3D89-2875-028EA02DBB27}" dt="2025-04-24T11:50:48.336" v="1" actId="20577"/>
        <pc:sldMkLst>
          <pc:docMk/>
          <pc:sldMk cId="3438125216" sldId="267"/>
        </pc:sldMkLst>
        <pc:spChg chg="mod">
          <ac:chgData name="" userId="" providerId="" clId="Web-{0804B852-8783-3D89-2875-028EA02DBB27}" dt="2025-04-24T11:50:48.336" v="1" actId="20577"/>
          <ac:spMkLst>
            <pc:docMk/>
            <pc:sldMk cId="3438125216" sldId="267"/>
            <ac:spMk id="3" creationId="{40F7FA98-8EBA-303A-CA2A-695287FF11D4}"/>
          </ac:spMkLst>
        </pc:spChg>
      </pc:sldChg>
    </pc:docChg>
  </pc:docChgLst>
  <pc:docChgLst>
    <pc:chgData name="Hidde Gerritsen (1079142)" userId="bd1019e9-fe7d-45bb-8938-4a3398eba8be" providerId="ADAL" clId="{ACB0CC0B-1314-B745-8801-DA505451F9EA}"/>
    <pc:docChg chg="custSel addSld delSld modSld">
      <pc:chgData name="Hidde Gerritsen (1079142)" userId="bd1019e9-fe7d-45bb-8938-4a3398eba8be" providerId="ADAL" clId="{ACB0CC0B-1314-B745-8801-DA505451F9EA}" dt="2025-02-14T14:48:14.570" v="627" actId="14100"/>
      <pc:docMkLst>
        <pc:docMk/>
      </pc:docMkLst>
      <pc:sldChg chg="addSp modSp mod modTransition">
        <pc:chgData name="Hidde Gerritsen (1079142)" userId="bd1019e9-fe7d-45bb-8938-4a3398eba8be" providerId="ADAL" clId="{ACB0CC0B-1314-B745-8801-DA505451F9EA}" dt="2025-02-14T14:45:22.617" v="495"/>
        <pc:sldMkLst>
          <pc:docMk/>
          <pc:sldMk cId="1690403054" sldId="256"/>
        </pc:sldMkLst>
        <pc:spChg chg="mod">
          <ac:chgData name="Hidde Gerritsen (1079142)" userId="bd1019e9-fe7d-45bb-8938-4a3398eba8be" providerId="ADAL" clId="{ACB0CC0B-1314-B745-8801-DA505451F9EA}" dt="2025-02-14T14:44:38.519" v="478" actId="1076"/>
          <ac:spMkLst>
            <pc:docMk/>
            <pc:sldMk cId="1690403054" sldId="256"/>
            <ac:spMk id="2" creationId="{BD11A180-1B4D-CB6A-5434-6D0C37552A9E}"/>
          </ac:spMkLst>
        </pc:spChg>
        <pc:spChg chg="mod">
          <ac:chgData name="Hidde Gerritsen (1079142)" userId="bd1019e9-fe7d-45bb-8938-4a3398eba8be" providerId="ADAL" clId="{ACB0CC0B-1314-B745-8801-DA505451F9EA}" dt="2025-02-14T14:44:48.888" v="482" actId="1076"/>
          <ac:spMkLst>
            <pc:docMk/>
            <pc:sldMk cId="1690403054" sldId="256"/>
            <ac:spMk id="3" creationId="{62EAAEE3-47DC-DA15-A9E4-80D9C1EA9738}"/>
          </ac:spMkLst>
        </pc:spChg>
        <pc:picChg chg="add mod">
          <ac:chgData name="Hidde Gerritsen (1079142)" userId="bd1019e9-fe7d-45bb-8938-4a3398eba8be" providerId="ADAL" clId="{ACB0CC0B-1314-B745-8801-DA505451F9EA}" dt="2025-02-14T14:44:50.835" v="483" actId="1076"/>
          <ac:picMkLst>
            <pc:docMk/>
            <pc:sldMk cId="1690403054" sldId="256"/>
            <ac:picMk id="1026" creationId="{F1B73B25-7CD4-7448-24A7-B1D44F2123AB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5:14.570" v="490"/>
        <pc:sldMkLst>
          <pc:docMk/>
          <pc:sldMk cId="3509801291" sldId="257"/>
        </pc:sldMkLst>
      </pc:sldChg>
      <pc:sldChg chg="del">
        <pc:chgData name="Hidde Gerritsen (1079142)" userId="bd1019e9-fe7d-45bb-8938-4a3398eba8be" providerId="ADAL" clId="{ACB0CC0B-1314-B745-8801-DA505451F9EA}" dt="2025-02-14T14:36:08.862" v="188" actId="2696"/>
        <pc:sldMkLst>
          <pc:docMk/>
          <pc:sldMk cId="2149049465" sldId="258"/>
        </pc:sldMkLst>
      </pc:sldChg>
      <pc:sldChg chg="del">
        <pc:chgData name="Hidde Gerritsen (1079142)" userId="bd1019e9-fe7d-45bb-8938-4a3398eba8be" providerId="ADAL" clId="{ACB0CC0B-1314-B745-8801-DA505451F9EA}" dt="2025-02-14T14:36:18.812" v="189" actId="2696"/>
        <pc:sldMkLst>
          <pc:docMk/>
          <pc:sldMk cId="4239546310" sldId="259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0.606" v="489"/>
        <pc:sldMkLst>
          <pc:docMk/>
          <pc:sldMk cId="3881030924" sldId="260"/>
        </pc:sldMkLst>
        <pc:picChg chg="add mod">
          <ac:chgData name="Hidde Gerritsen (1079142)" userId="bd1019e9-fe7d-45bb-8938-4a3398eba8be" providerId="ADAL" clId="{ACB0CC0B-1314-B745-8801-DA505451F9EA}" dt="2025-02-14T14:45:06.968" v="488" actId="1076"/>
          <ac:picMkLst>
            <pc:docMk/>
            <pc:sldMk cId="3881030924" sldId="260"/>
            <ac:picMk id="4" creationId="{09EA2971-3C00-16B9-EED2-41802545C464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8:14.570" v="627" actId="14100"/>
        <pc:sldMkLst>
          <pc:docMk/>
          <pc:sldMk cId="4273982498" sldId="261"/>
        </pc:sldMkLst>
      </pc:sldChg>
      <pc:sldChg chg="modSp del mod">
        <pc:chgData name="Hidde Gerritsen (1079142)" userId="bd1019e9-fe7d-45bb-8938-4a3398eba8be" providerId="ADAL" clId="{ACB0CC0B-1314-B745-8801-DA505451F9EA}" dt="2025-02-14T14:40:45.984" v="207" actId="2696"/>
        <pc:sldMkLst>
          <pc:docMk/>
          <pc:sldMk cId="1125819257" sldId="262"/>
        </pc:sldMkLst>
      </pc:sldChg>
      <pc:sldChg chg="add">
        <pc:chgData name="Hidde Gerritsen (1079142)" userId="bd1019e9-fe7d-45bb-8938-4a3398eba8be" providerId="ADAL" clId="{ACB0CC0B-1314-B745-8801-DA505451F9EA}" dt="2025-02-14T14:40:41.031" v="206" actId="2890"/>
        <pc:sldMkLst>
          <pc:docMk/>
          <pc:sldMk cId="1448387869" sldId="263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5.883" v="491"/>
        <pc:sldMkLst>
          <pc:docMk/>
          <pc:sldMk cId="1680564021" sldId="263"/>
        </pc:sldMkLst>
      </pc:sldChg>
      <pc:sldChg chg="addSp modSp mod modTransition">
        <pc:chgData name="Hidde Gerritsen (1079142)" userId="bd1019e9-fe7d-45bb-8938-4a3398eba8be" providerId="ADAL" clId="{ACB0CC0B-1314-B745-8801-DA505451F9EA}" dt="2025-02-14T14:47:09.933" v="496" actId="20577"/>
        <pc:sldMkLst>
          <pc:docMk/>
          <pc:sldMk cId="1448387869" sldId="264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21.269" v="494"/>
        <pc:sldMkLst>
          <pc:docMk/>
          <pc:sldMk cId="630579946" sldId="265"/>
        </pc:sldMkLst>
        <pc:picChg chg="add mod">
          <ac:chgData name="Hidde Gerritsen (1079142)" userId="bd1019e9-fe7d-45bb-8938-4a3398eba8be" providerId="ADAL" clId="{ACB0CC0B-1314-B745-8801-DA505451F9EA}" dt="2025-02-14T14:44:22.312" v="475"/>
          <ac:picMkLst>
            <pc:docMk/>
            <pc:sldMk cId="630579946" sldId="265"/>
            <ac:picMk id="4" creationId="{0A2F27C7-6A69-68FC-6F8A-2F95303392E3}"/>
          </ac:picMkLst>
        </pc:picChg>
      </pc:sldChg>
    </pc:docChg>
  </pc:docChgLst>
  <pc:docChgLst>
    <pc:chgData name="Hwayda Hwayda Bashair (1049850)" userId="S::1049850@hr.nl::cfc65a82-fb1c-475e-92d7-ff76e90f0086" providerId="AD" clId="Web-{4DAB1484-7139-FB29-FADB-071B91622856}"/>
    <pc:docChg chg="modSld">
      <pc:chgData name="Hwayda Hwayda Bashair (1049850)" userId="S::1049850@hr.nl::cfc65a82-fb1c-475e-92d7-ff76e90f0086" providerId="AD" clId="Web-{4DAB1484-7139-FB29-FADB-071B91622856}" dt="2025-02-15T16:18:41.012" v="11"/>
      <pc:docMkLst>
        <pc:docMk/>
      </pc:docMkLst>
      <pc:sldChg chg="addSp delSp modSp">
        <pc:chgData name="Hwayda Hwayda Bashair (1049850)" userId="S::1049850@hr.nl::cfc65a82-fb1c-475e-92d7-ff76e90f0086" providerId="AD" clId="Web-{4DAB1484-7139-FB29-FADB-071B91622856}" dt="2025-02-15T16:18:41.012" v="11"/>
        <pc:sldMkLst>
          <pc:docMk/>
          <pc:sldMk cId="389105982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1A180-1B4D-CB6A-5434-6D0C3755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19" y="1268446"/>
            <a:ext cx="8791575" cy="1455252"/>
          </a:xfrm>
        </p:spPr>
        <p:txBody>
          <a:bodyPr/>
          <a:lstStyle/>
          <a:p>
            <a:pPr algn="ctr"/>
            <a:r>
              <a:rPr lang="nl-NL"/>
              <a:t>Autonoom manoeuvreren in de haven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2EAAEE3-47DC-DA15-A9E4-80D9C1EA9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288" y="4134303"/>
            <a:ext cx="9969833" cy="1655762"/>
          </a:xfrm>
        </p:spPr>
        <p:txBody>
          <a:bodyPr/>
          <a:lstStyle/>
          <a:p>
            <a:pPr algn="ctr"/>
            <a:r>
              <a:rPr lang="nl-NL">
                <a:cs typeface="Al Nile" pitchFamily="2" charset="-78"/>
              </a:rPr>
              <a:t>door: </a:t>
            </a:r>
            <a:r>
              <a:rPr lang="nl-NL" err="1">
                <a:cs typeface="Al Nile" pitchFamily="2" charset="-78"/>
              </a:rPr>
              <a:t>Hwayda</a:t>
            </a:r>
            <a:r>
              <a:rPr lang="nl-NL">
                <a:cs typeface="Al Nile" pitchFamily="2" charset="-78"/>
              </a:rPr>
              <a:t> </a:t>
            </a:r>
            <a:r>
              <a:rPr lang="nl-NL" err="1">
                <a:cs typeface="Al Nile" pitchFamily="2" charset="-78"/>
              </a:rPr>
              <a:t>Bashair</a:t>
            </a:r>
            <a:r>
              <a:rPr lang="nl-NL">
                <a:cs typeface="Al Nile" pitchFamily="2" charset="-78"/>
              </a:rPr>
              <a:t>, Mees van der waal, Olaf </a:t>
            </a:r>
            <a:r>
              <a:rPr lang="nl-NL" err="1">
                <a:cs typeface="Al Nile" pitchFamily="2" charset="-78"/>
              </a:rPr>
              <a:t>goudriaan</a:t>
            </a:r>
            <a:r>
              <a:rPr lang="nl-NL">
                <a:cs typeface="Al Nile" pitchFamily="2" charset="-78"/>
              </a:rPr>
              <a:t> &amp; Hidde Gerritsen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B73B25-7CD4-7448-24A7-B1D44F212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321" y="3012216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403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1159-BC11-3441-1D0E-3029B901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Inhoud 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3EDF58C-BCF0-D333-DE52-D615EB729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err="1"/>
              <a:t>Recap</a:t>
            </a:r>
            <a:r>
              <a:rPr lang="nl-NL"/>
              <a:t> </a:t>
            </a:r>
          </a:p>
          <a:p>
            <a:r>
              <a:rPr lang="nl-NL"/>
              <a:t>Sprint Review</a:t>
            </a:r>
          </a:p>
          <a:p>
            <a:r>
              <a:rPr lang="nl-NL" err="1"/>
              <a:t>Retrospective</a:t>
            </a:r>
            <a:r>
              <a:rPr lang="nl-NL"/>
              <a:t> </a:t>
            </a:r>
          </a:p>
          <a:p>
            <a:r>
              <a:rPr lang="nl-NL"/>
              <a:t>Volgende Sprint</a:t>
            </a:r>
          </a:p>
          <a:p>
            <a:r>
              <a:rPr lang="nl-NL"/>
              <a:t>Vragen en feedback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35286A2-E32A-52A8-2FC5-920AE5AB7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09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F1E1-4171-8052-3E40-2C23D81BB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A3D1FEF8-5149-4AC1-8D77-B256637F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fbeelding met schermopname, tekenfilm&#10;&#10;Door AI gegenereerde inhoud is mogelijk onjuist.">
            <a:extLst>
              <a:ext uri="{FF2B5EF4-FFF2-40B4-BE49-F238E27FC236}">
                <a16:creationId xmlns:a16="http://schemas.microsoft.com/office/drawing/2014/main" id="{3D56CF32-C67A-7366-42E5-FF218D371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17" y="1115035"/>
            <a:ext cx="4352523" cy="2905309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9EA2971-3C00-16B9-EED2-41802545C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4167948"/>
            <a:ext cx="4635583" cy="89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E4F0-96B8-8664-8AA0-F016386C1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SENS2SEA</a:t>
            </a:r>
          </a:p>
          <a:p>
            <a:r>
              <a:rPr lang="en-US" err="1"/>
              <a:t>Autonoom</a:t>
            </a:r>
            <a:r>
              <a:rPr lang="en-US"/>
              <a:t> </a:t>
            </a:r>
            <a:r>
              <a:rPr lang="en-US" err="1"/>
              <a:t>manouevreren</a:t>
            </a:r>
            <a:r>
              <a:rPr lang="en-US"/>
              <a:t> in de haven</a:t>
            </a:r>
          </a:p>
          <a:p>
            <a:r>
              <a:rPr lang="en-US"/>
              <a:t>Radar sensor</a:t>
            </a:r>
          </a:p>
          <a:p>
            <a:r>
              <a:rPr lang="en-US"/>
              <a:t>SDI</a:t>
            </a:r>
          </a:p>
          <a:p>
            <a:r>
              <a:rPr lang="en-US" err="1"/>
              <a:t>Modulair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30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9417-4609-C955-308E-E528E043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3DEA47-E51A-B53A-48C5-219DE67D7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711" y="254840"/>
            <a:ext cx="9381926" cy="6163889"/>
          </a:xfrm>
        </p:spPr>
      </p:pic>
    </p:spTree>
    <p:extLst>
      <p:ext uri="{BB962C8B-B14F-4D97-AF65-F5344CB8AC3E}">
        <p14:creationId xmlns:p14="http://schemas.microsoft.com/office/powerpoint/2010/main" val="258224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9A4E-A8A3-3691-B5F9-7BD4A2D16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685529" cy="1478570"/>
          </a:xfrm>
        </p:spPr>
        <p:txBody>
          <a:bodyPr>
            <a:normAutofit/>
          </a:bodyPr>
          <a:lstStyle/>
          <a:p>
            <a:r>
              <a:rPr lang="en-US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95EBC-3B21-223E-8F53-0E6E063D8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685530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300" err="1"/>
              <a:t>Nieuwe</a:t>
            </a:r>
            <a:r>
              <a:rPr lang="en-US" sz="2300"/>
              <a:t> sensor </a:t>
            </a:r>
            <a:r>
              <a:rPr lang="en-US" sz="2300">
                <a:ea typeface="+mn-lt"/>
                <a:cs typeface="+mn-lt"/>
              </a:rPr>
              <a:t>XE125 </a:t>
            </a:r>
          </a:p>
          <a:p>
            <a:r>
              <a:rPr lang="en-US" sz="2300"/>
              <a:t>Lens om de range </a:t>
            </a:r>
            <a:r>
              <a:rPr lang="en-US" sz="2300" err="1"/>
              <a:t>te</a:t>
            </a:r>
            <a:r>
              <a:rPr lang="en-US" sz="2300"/>
              <a:t> </a:t>
            </a:r>
            <a:r>
              <a:rPr lang="en-US" sz="2300" err="1"/>
              <a:t>verbeteren</a:t>
            </a:r>
            <a:endParaRPr lang="en-US" sz="2300"/>
          </a:p>
          <a:p>
            <a:endParaRPr lang="en-US" sz="23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42C426-FCE7-4673-BC1D-7E7D3A5FD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63500" dist="12700" dir="10800000">
              <a:prstClr val="black">
                <a:alpha val="4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7052E2-9D9F-7474-0349-8C36882E8F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52" r="-6" b="-6"/>
          <a:stretch/>
        </p:blipFill>
        <p:spPr>
          <a:xfrm>
            <a:off x="6420908" y="771681"/>
            <a:ext cx="2364317" cy="1839919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C239E5-48CB-4DB3-A778-3A01C488E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8280" y="0"/>
            <a:ext cx="91440" cy="3474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35B71-5B9B-6264-9156-B7385C8096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66" r="-6" b="-6"/>
          <a:stretch/>
        </p:blipFill>
        <p:spPr>
          <a:xfrm>
            <a:off x="9502775" y="766040"/>
            <a:ext cx="2364317" cy="1851201"/>
          </a:xfrm>
          <a:prstGeom prst="rect">
            <a:avLst/>
          </a:prstGeom>
        </p:spPr>
      </p:pic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D450192-3830-4F04-A1C0-F684D80AB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3383280"/>
            <a:ext cx="6096002" cy="91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A4766C-1DB4-C717-03EB-A72DC8378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8803" y="3796452"/>
            <a:ext cx="4681412" cy="273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24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E58EC68-58A6-C16F-8813-2963BEAD9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nl-NL" sz="2200">
                <a:solidFill>
                  <a:srgbClr val="FFFFFF"/>
                </a:solidFill>
              </a:rPr>
              <a:t>Stakeholderanalyse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F4DDBB-144C-5966-D702-E8A53D29A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620" y="2249487"/>
            <a:ext cx="2862444" cy="3957302"/>
          </a:xfrm>
        </p:spPr>
        <p:txBody>
          <a:bodyPr>
            <a:normAutofit/>
          </a:bodyPr>
          <a:lstStyle/>
          <a:p>
            <a:endParaRPr lang="en-US" sz="1400">
              <a:solidFill>
                <a:srgbClr val="FFFFFF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4" name="Tijdelijke aanduiding voor inhoud 3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E25743F6-106D-6A44-8325-FC297EAB8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660" y="1508928"/>
            <a:ext cx="7761027" cy="378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53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BDD0-91A4-3564-33FE-AC017F090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0178-CD9E-010D-6C7C-05629C70C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Onderzoekverslagen</a:t>
            </a:r>
            <a:r>
              <a:rPr lang="en-US"/>
              <a:t> in het </a:t>
            </a:r>
            <a:r>
              <a:rPr lang="en-US" err="1"/>
              <a:t>engels</a:t>
            </a:r>
            <a:r>
              <a:rPr lang="en-US"/>
              <a:t> </a:t>
            </a:r>
            <a:r>
              <a:rPr lang="en-US" err="1"/>
              <a:t>schrijven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36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430DFA-DB99-DD53-26B8-426D841C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Retrospective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33E698D-D17A-14DF-825F-C9747306D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Wat ging goed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/>
              <a:t>Samenwerking</a:t>
            </a:r>
          </a:p>
          <a:p>
            <a:r>
              <a:rPr lang="nl-NL"/>
              <a:t>Wat kon beter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/>
              <a:t>Eerder sensor bestellen</a:t>
            </a:r>
          </a:p>
          <a:p>
            <a:r>
              <a:rPr lang="nl-NL"/>
              <a:t>Hoe gaan we het verbeteren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/>
              <a:t>Duidelijkheid in deadlines voor taken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70A747B-FC26-76A5-3CF4-1B8527C97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284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FD965-A344-2C99-3340-96BA0376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Volgende sprint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7526E26-12AE-FFBA-14F5-1F5BE45E6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Nieuwe sensor en lens implementeren</a:t>
            </a:r>
          </a:p>
          <a:p>
            <a:r>
              <a:rPr lang="nl-NL"/>
              <a:t>Prototype behuizing</a:t>
            </a:r>
          </a:p>
          <a:p>
            <a:endParaRPr lang="nl-NL"/>
          </a:p>
          <a:p>
            <a:endParaRPr lang="nl-NL">
              <a:ea typeface="+mn-lt"/>
              <a:cs typeface="+mn-lt"/>
            </a:endParaRPr>
          </a:p>
          <a:p>
            <a:pPr marL="0" indent="0">
              <a:buNone/>
            </a:pPr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2A8F5EC-80DE-95FA-8154-C9F196EE1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90" y="3651142"/>
            <a:ext cx="107823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31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2D2A-C288-4E49-2474-001EAE46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vragen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BBAD5-4FA1-3161-667B-A8A3900D7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Bedankt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het </a:t>
            </a:r>
            <a:r>
              <a:rPr lang="en-US" err="1"/>
              <a:t>luisteren</a:t>
            </a:r>
            <a:r>
              <a:rPr lang="en-US"/>
              <a:t>:)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2F27C7-6A69-68FC-6F8A-2F9530339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579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0</TotalTime>
  <Words>98</Words>
  <Application>Microsoft Macintosh PowerPoint</Application>
  <PresentationFormat>Breedbeeld</PresentationFormat>
  <Paragraphs>33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5" baseType="lpstr">
      <vt:lpstr>Al Nile</vt:lpstr>
      <vt:lpstr>Arial</vt:lpstr>
      <vt:lpstr>Courier New</vt:lpstr>
      <vt:lpstr>Tw Cen MT</vt:lpstr>
      <vt:lpstr>Circuit</vt:lpstr>
      <vt:lpstr>Autonoom manoeuvreren in de haven</vt:lpstr>
      <vt:lpstr>Inhoud </vt:lpstr>
      <vt:lpstr>RECAP</vt:lpstr>
      <vt:lpstr>PowerPoint-presentatie</vt:lpstr>
      <vt:lpstr>Sprint review</vt:lpstr>
      <vt:lpstr>Stakeholderanalyse</vt:lpstr>
      <vt:lpstr>Sprint review</vt:lpstr>
      <vt:lpstr>Retrospective</vt:lpstr>
      <vt:lpstr>Volgende sprint</vt:lpstr>
      <vt:lpstr>Feedback en vragen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Hidde Gerritsen (1079142)</dc:creator>
  <cp:lastModifiedBy>Hidde Gerritsen (1079142)</cp:lastModifiedBy>
  <cp:revision>1</cp:revision>
  <dcterms:created xsi:type="dcterms:W3CDTF">2025-02-14T14:23:52Z</dcterms:created>
  <dcterms:modified xsi:type="dcterms:W3CDTF">2025-05-12T08:30:29Z</dcterms:modified>
</cp:coreProperties>
</file>