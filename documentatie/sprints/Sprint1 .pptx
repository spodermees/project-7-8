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7" r:id="rId4"/>
    <p:sldId id="268" r:id="rId5"/>
    <p:sldId id="271" r:id="rId6"/>
    <p:sldId id="272" r:id="rId7"/>
    <p:sldId id="273" r:id="rId8"/>
    <p:sldId id="264" r:id="rId9"/>
    <p:sldId id="269" r:id="rId10"/>
    <p:sldId id="27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6810B-0965-5F67-1518-DF680C869892}" v="42" dt="2025-03-10T09:25:59.420"/>
    <p1510:client id="{9B28D821-E689-A882-8C7B-D0A91A61FAFD}" v="4" dt="2025-03-10T09:28:05.997"/>
    <p1510:client id="{D8E76ED8-6577-7B45-A735-4968E733AB71}" v="137" dt="2025-03-10T09:27:47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  <pc:spChg chg="mod">
          <ac:chgData name="Mees van der Waal (1052159)" userId="S::1052159@hr.nl::f47bb1cd-9a7d-4d84-91da-2dc9c3e5f91c" providerId="AD" clId="Web-{4D86810B-0965-5F67-1518-DF680C869892}" dt="2025-03-10T09:20:11.157" v="7" actId="20577"/>
          <ac:spMkLst>
            <pc:docMk/>
            <pc:sldMk cId="1448387869" sldId="264"/>
            <ac:spMk id="3" creationId="{75611EA5-C74C-EEF9-5368-E957897DD1D6}"/>
          </ac:spMkLst>
        </pc:spChg>
        <pc:picChg chg="mod modCrop">
          <ac:chgData name="Mees van der Waal (1052159)" userId="S::1052159@hr.nl::f47bb1cd-9a7d-4d84-91da-2dc9c3e5f91c" providerId="AD" clId="Web-{4D86810B-0965-5F67-1518-DF680C869892}" dt="2025-03-10T09:20:56.112" v="9"/>
          <ac:picMkLst>
            <pc:docMk/>
            <pc:sldMk cId="1448387869" sldId="264"/>
            <ac:picMk id="5" creationId="{4C8972C7-00E9-D332-E5DE-B5911116D81B}"/>
          </ac:picMkLst>
        </pc:picChg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  <pc:spChg chg="mod">
          <ac:chgData name="Mees van der Waal (1052159)" userId="S::1052159@hr.nl::f47bb1cd-9a7d-4d84-91da-2dc9c3e5f91c" providerId="AD" clId="Web-{4D86810B-0965-5F67-1518-DF680C869892}" dt="2025-03-10T09:25:59.420" v="38" actId="20577"/>
          <ac:spMkLst>
            <pc:docMk/>
            <pc:sldMk cId="187904320" sldId="271"/>
            <ac:spMk id="3" creationId="{B760B328-D5FE-6F31-A16F-2A30F608BBD7}"/>
          </ac:spMkLst>
        </pc:spChg>
        <pc:picChg chg="add mod">
          <ac:chgData name="Mees van der Waal (1052159)" userId="S::1052159@hr.nl::f47bb1cd-9a7d-4d84-91da-2dc9c3e5f91c" providerId="AD" clId="Web-{4D86810B-0965-5F67-1518-DF680C869892}" dt="2025-03-10T09:25:38.045" v="35" actId="1076"/>
          <ac:picMkLst>
            <pc:docMk/>
            <pc:sldMk cId="187904320" sldId="271"/>
            <ac:picMk id="6" creationId="{9DB8027F-DB03-67D3-103F-C924E29908FE}"/>
          </ac:picMkLst>
        </pc:picChg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  <pc:spChg chg="mod">
          <ac:chgData name="Mees van der Waal (1052159)" userId="S::1052159@hr.nl::f47bb1cd-9a7d-4d84-91da-2dc9c3e5f91c" providerId="AD" clId="Web-{4D86810B-0965-5F67-1518-DF680C869892}" dt="2025-03-10T09:21:53.583" v="30" actId="20577"/>
          <ac:spMkLst>
            <pc:docMk/>
            <pc:sldMk cId="1925568384" sldId="272"/>
            <ac:spMk id="3" creationId="{89245501-2418-1D2A-8FE4-B2D983DE8CBD}"/>
          </ac:spMkLst>
        </pc:sp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ACB0CC0B-1314-B745-8801-DA505451F9EA}" dt="2025-02-14T14:47:09.933" v="496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ACB0CC0B-1314-B745-8801-DA505451F9EA}" dt="2025-02-14T14:44:18.926" v="474"/>
          <ac:picMkLst>
            <pc:docMk/>
            <pc:sldMk cId="1448387869" sldId="264"/>
            <ac:picMk id="4" creationId="{EB118A02-1278-A704-599C-314C49CAEB5F}"/>
          </ac:picMkLst>
        </pc:picChg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F27ABF13-F0A9-E0DA-C052-D664AB5D4DED}" dt="2025-03-07T10:52:46.921" v="52" actId="20577"/>
          <ac:spMkLst>
            <pc:docMk/>
            <pc:sldMk cId="462427109" sldId="267"/>
            <ac:spMk id="2" creationId="{8D3BB8E0-DAF4-154A-67D6-C32EBA868364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0:53:05.937" v="54" actId="20577"/>
          <ac:spMkLst>
            <pc:docMk/>
            <pc:sldMk cId="462427109" sldId="267"/>
            <ac:spMk id="3" creationId="{04FE7EAC-2576-1320-3389-A13125ED8382}"/>
          </ac:spMkLst>
        </pc:spChg>
        <pc:spChg chg="add">
          <ac:chgData name="Hwayda Hwayda Bashair (1049850)" userId="S::1049850@hr.nl::cfc65a82-fb1c-475e-92d7-ff76e90f0086" providerId="AD" clId="Web-{F27ABF13-F0A9-E0DA-C052-D664AB5D4DED}" dt="2025-03-07T10:50:25.366" v="36"/>
          <ac:spMkLst>
            <pc:docMk/>
            <pc:sldMk cId="462427109" sldId="267"/>
            <ac:spMk id="45" creationId="{C2E4E997-8672-4FFD-B8EC-9932A8E4714B}"/>
          </ac:spMkLst>
        </pc:spChg>
        <pc:grpChg chg="add">
          <ac:chgData name="Hwayda Hwayda Bashair (1049850)" userId="S::1049850@hr.nl::cfc65a82-fb1c-475e-92d7-ff76e90f0086" providerId="AD" clId="Web-{F27ABF13-F0A9-E0DA-C052-D664AB5D4DED}" dt="2025-03-07T10:50:25.366" v="36"/>
          <ac:grpSpMkLst>
            <pc:docMk/>
            <pc:sldMk cId="462427109" sldId="267"/>
            <ac:grpSpMk id="49" creationId="{453E4DEE-E996-40F8-8635-0FF43D7348F9}"/>
          </ac:grpSpMkLst>
        </pc:grpChg>
        <pc:picChg chg="add mod">
          <ac:chgData name="Hwayda Hwayda Bashair (1049850)" userId="S::1049850@hr.nl::cfc65a82-fb1c-475e-92d7-ff76e90f0086" providerId="AD" clId="Web-{F27ABF13-F0A9-E0DA-C052-D664AB5D4DED}" dt="2025-03-07T10:50:25.366" v="36"/>
          <ac:picMkLst>
            <pc:docMk/>
            <pc:sldMk cId="462427109" sldId="267"/>
            <ac:picMk id="6" creationId="{534B4107-2823-ED65-C0CA-C6EED2378AD1}"/>
          </ac:picMkLst>
        </pc:picChg>
        <pc:picChg chg="add">
          <ac:chgData name="Hwayda Hwayda Bashair (1049850)" userId="S::1049850@hr.nl::cfc65a82-fb1c-475e-92d7-ff76e90f0086" providerId="AD" clId="Web-{F27ABF13-F0A9-E0DA-C052-D664AB5D4DED}" dt="2025-03-07T10:50:25.366" v="36"/>
          <ac:picMkLst>
            <pc:docMk/>
            <pc:sldMk cId="462427109" sldId="267"/>
            <ac:picMk id="47" creationId="{FE6BA9E6-1D9E-4D30-B528-D49FA1342E4E}"/>
          </ac:picMkLst>
        </pc:picChg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  <pc:spChg chg="mod">
          <ac:chgData name="Hwayda Hwayda Bashair (1049850)" userId="S::1049850@hr.nl::cfc65a82-fb1c-475e-92d7-ff76e90f0086" providerId="AD" clId="Web-{F27ABF13-F0A9-E0DA-C052-D664AB5D4DED}" dt="2025-03-07T10:58:45.284" v="84"/>
          <ac:spMkLst>
            <pc:docMk/>
            <pc:sldMk cId="3316613587" sldId="268"/>
            <ac:spMk id="2" creationId="{4CD9252A-AFAB-0B18-022B-B07778F3F468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27:59.501" v="112"/>
          <ac:spMkLst>
            <pc:docMk/>
            <pc:sldMk cId="3316613587" sldId="268"/>
            <ac:spMk id="3" creationId="{DE698152-C741-3D59-1696-E30510CFE50D}"/>
          </ac:spMkLst>
        </pc:spChg>
        <pc:spChg chg="add">
          <ac:chgData name="Hwayda Hwayda Bashair (1049850)" userId="S::1049850@hr.nl::cfc65a82-fb1c-475e-92d7-ff76e90f0086" providerId="AD" clId="Web-{F27ABF13-F0A9-E0DA-C052-D664AB5D4DED}" dt="2025-03-07T11:27:59.501" v="112"/>
          <ac:spMkLst>
            <pc:docMk/>
            <pc:sldMk cId="3316613587" sldId="268"/>
            <ac:spMk id="45" creationId="{C2E4E997-8672-4FFD-B8EC-9932A8E4714B}"/>
          </ac:spMkLst>
        </pc:spChg>
        <pc:grpChg chg="add">
          <ac:chgData name="Hwayda Hwayda Bashair (1049850)" userId="S::1049850@hr.nl::cfc65a82-fb1c-475e-92d7-ff76e90f0086" providerId="AD" clId="Web-{F27ABF13-F0A9-E0DA-C052-D664AB5D4DED}" dt="2025-03-07T11:27:59.501" v="112"/>
          <ac:grpSpMkLst>
            <pc:docMk/>
            <pc:sldMk cId="3316613587" sldId="268"/>
            <ac:grpSpMk id="49" creationId="{453E4DEE-E996-40F8-8635-0FF43D7348F9}"/>
          </ac:grpSpMkLst>
        </pc:grpChg>
        <pc:picChg chg="add mod">
          <ac:chgData name="Hwayda Hwayda Bashair (1049850)" userId="S::1049850@hr.nl::cfc65a82-fb1c-475e-92d7-ff76e90f0086" providerId="AD" clId="Web-{F27ABF13-F0A9-E0DA-C052-D664AB5D4DED}" dt="2025-03-07T11:27:59.501" v="112"/>
          <ac:picMkLst>
            <pc:docMk/>
            <pc:sldMk cId="3316613587" sldId="268"/>
            <ac:picMk id="6" creationId="{19AE1A14-6E2D-6D98-3CD3-4F3AEA290145}"/>
          </ac:picMkLst>
        </pc:picChg>
        <pc:picChg chg="add">
          <ac:chgData name="Hwayda Hwayda Bashair (1049850)" userId="S::1049850@hr.nl::cfc65a82-fb1c-475e-92d7-ff76e90f0086" providerId="AD" clId="Web-{F27ABF13-F0A9-E0DA-C052-D664AB5D4DED}" dt="2025-03-07T11:27:59.501" v="112"/>
          <ac:picMkLst>
            <pc:docMk/>
            <pc:sldMk cId="3316613587" sldId="268"/>
            <ac:picMk id="47" creationId="{FE6BA9E6-1D9E-4D30-B528-D49FA1342E4E}"/>
          </ac:picMkLst>
        </pc:picChg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  <pc:spChg chg="mod">
          <ac:chgData name="Hwayda Hwayda Bashair (1049850)" userId="S::1049850@hr.nl::cfc65a82-fb1c-475e-92d7-ff76e90f0086" providerId="AD" clId="Web-{F27ABF13-F0A9-E0DA-C052-D664AB5D4DED}" dt="2025-03-07T11:28:12.798" v="122" actId="20577"/>
          <ac:spMkLst>
            <pc:docMk/>
            <pc:sldMk cId="187904320" sldId="271"/>
            <ac:spMk id="2" creationId="{578AFCCB-5F34-5ADC-4F0E-B5CF096E70C6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32:14.306" v="229" actId="20577"/>
          <ac:spMkLst>
            <pc:docMk/>
            <pc:sldMk cId="187904320" sldId="271"/>
            <ac:spMk id="3" creationId="{B760B328-D5FE-6F31-A16F-2A30F608BBD7}"/>
          </ac:spMkLst>
        </pc:spChg>
        <pc:picChg chg="add mod">
          <ac:chgData name="Hwayda Hwayda Bashair (1049850)" userId="S::1049850@hr.nl::cfc65a82-fb1c-475e-92d7-ff76e90f0086" providerId="AD" clId="Web-{F27ABF13-F0A9-E0DA-C052-D664AB5D4DED}" dt="2025-03-07T11:30:03.927" v="157" actId="1076"/>
          <ac:picMkLst>
            <pc:docMk/>
            <pc:sldMk cId="187904320" sldId="271"/>
            <ac:picMk id="4" creationId="{3506E0A3-F1FE-97F2-7B75-8BCBB7B0C486}"/>
          </ac:picMkLst>
        </pc:picChg>
        <pc:picChg chg="add mod">
          <ac:chgData name="Hwayda Hwayda Bashair (1049850)" userId="S::1049850@hr.nl::cfc65a82-fb1c-475e-92d7-ff76e90f0086" providerId="AD" clId="Web-{F27ABF13-F0A9-E0DA-C052-D664AB5D4DED}" dt="2025-03-07T11:30:37.537" v="164" actId="1076"/>
          <ac:picMkLst>
            <pc:docMk/>
            <pc:sldMk cId="187904320" sldId="271"/>
            <ac:picMk id="5" creationId="{7B5A5B85-2D2C-907B-0AA0-EAB0110C21D5}"/>
          </ac:picMkLst>
        </pc:picChg>
        <pc:picChg chg="add mod">
          <ac:chgData name="Hwayda Hwayda Bashair (1049850)" userId="S::1049850@hr.nl::cfc65a82-fb1c-475e-92d7-ff76e90f0086" providerId="AD" clId="Web-{F27ABF13-F0A9-E0DA-C052-D664AB5D4DED}" dt="2025-03-07T11:30:39.803" v="165" actId="14100"/>
          <ac:picMkLst>
            <pc:docMk/>
            <pc:sldMk cId="187904320" sldId="271"/>
            <ac:picMk id="8" creationId="{23800D64-B1FF-39CC-9806-2A92013E4B4A}"/>
          </ac:picMkLst>
        </pc:picChg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  <pc:spChg chg="mod">
          <ac:chgData name="Hwayda Hwayda Bashair (1049850)" userId="S::1049850@hr.nl::cfc65a82-fb1c-475e-92d7-ff76e90f0086" providerId="AD" clId="Web-{F27ABF13-F0A9-E0DA-C052-D664AB5D4DED}" dt="2025-03-07T11:31:55.212" v="201" actId="20577"/>
          <ac:spMkLst>
            <pc:docMk/>
            <pc:sldMk cId="1925568384" sldId="272"/>
            <ac:spMk id="2" creationId="{3F905561-BC5E-1C39-7400-5FE28A6FC801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35:23.813" v="280" actId="20577"/>
          <ac:spMkLst>
            <pc:docMk/>
            <pc:sldMk cId="1925568384" sldId="272"/>
            <ac:spMk id="3" creationId="{89245501-2418-1D2A-8FE4-B2D983DE8CBD}"/>
          </ac:spMkLst>
        </pc:spChg>
        <pc:picChg chg="add mod">
          <ac:chgData name="Hwayda Hwayda Bashair (1049850)" userId="S::1049850@hr.nl::cfc65a82-fb1c-475e-92d7-ff76e90f0086" providerId="AD" clId="Web-{F27ABF13-F0A9-E0DA-C052-D664AB5D4DED}" dt="2025-03-07T11:34:14.748" v="247" actId="14100"/>
          <ac:picMkLst>
            <pc:docMk/>
            <pc:sldMk cId="1925568384" sldId="272"/>
            <ac:picMk id="4" creationId="{58AB7D76-35B4-202C-9457-AEF628134B90}"/>
          </ac:picMkLst>
        </pc:picChg>
        <pc:picChg chg="add mod">
          <ac:chgData name="Hwayda Hwayda Bashair (1049850)" userId="S::1049850@hr.nl::cfc65a82-fb1c-475e-92d7-ff76e90f0086" providerId="AD" clId="Web-{F27ABF13-F0A9-E0DA-C052-D664AB5D4DED}" dt="2025-03-07T11:33:57.403" v="244" actId="1076"/>
          <ac:picMkLst>
            <pc:docMk/>
            <pc:sldMk cId="1925568384" sldId="272"/>
            <ac:picMk id="5" creationId="{86C418C2-1950-15BD-50DD-FBFC0CC76FDD}"/>
          </ac:picMkLst>
        </pc:picChg>
        <pc:picChg chg="add mod">
          <ac:chgData name="Hwayda Hwayda Bashair (1049850)" userId="S::1049850@hr.nl::cfc65a82-fb1c-475e-92d7-ff76e90f0086" providerId="AD" clId="Web-{F27ABF13-F0A9-E0DA-C052-D664AB5D4DED}" dt="2025-03-07T11:34:08.810" v="246" actId="14100"/>
          <ac:picMkLst>
            <pc:docMk/>
            <pc:sldMk cId="1925568384" sldId="272"/>
            <ac:picMk id="6" creationId="{EFF7223B-5476-C299-D10F-09AB9B6E0BAE}"/>
          </ac:picMkLst>
        </pc:picChg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  <pc:spChg chg="mod">
          <ac:chgData name="Hwayda Hwayda Bashair (1049850)" userId="S::1049850@hr.nl::cfc65a82-fb1c-475e-92d7-ff76e90f0086" providerId="AD" clId="Web-{F27ABF13-F0A9-E0DA-C052-D664AB5D4DED}" dt="2025-03-07T11:43:07.891" v="489" actId="20577"/>
          <ac:spMkLst>
            <pc:docMk/>
            <pc:sldMk cId="2830931085" sldId="273"/>
            <ac:spMk id="3" creationId="{4AC564A8-ADAA-BDC5-7CF0-2B16D15CBF05}"/>
          </ac:spMkLst>
        </pc:spChg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9B28D821-E689-A882-8C7B-D0A91A61FAFD}" dt="2025-03-07T11:48:49.035" v="35" actId="20577"/>
          <ac:spMkLst>
            <pc:docMk/>
            <pc:sldMk cId="462427109" sldId="267"/>
            <ac:spMk id="3" creationId="{04FE7EAC-2576-1320-3389-A13125ED8382}"/>
          </ac:spMkLst>
        </pc:spChg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  <pc:spChg chg="mod">
          <ac:chgData name="Hwayda Hwayda Bashair (1049850)" userId="S::1049850@hr.nl::cfc65a82-fb1c-475e-92d7-ff76e90f0086" providerId="AD" clId="Web-{9B28D821-E689-A882-8C7B-D0A91A61FAFD}" dt="2025-03-10T09:28:04.465" v="38" actId="20577"/>
          <ac:spMkLst>
            <pc:docMk/>
            <pc:sldMk cId="235373548" sldId="269"/>
            <ac:spMk id="3" creationId="{0BC64908-1802-FFFF-32E3-452358A72F76}"/>
          </ac:spMkLst>
        </pc:spChg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  <pc:spChg chg="mod">
          <ac:chgData name="Hwayda Hwayda Bashair (1049850)" userId="S::1049850@hr.nl::cfc65a82-fb1c-475e-92d7-ff76e90f0086" providerId="AD" clId="Web-{9B28D821-E689-A882-8C7B-D0A91A61FAFD}" dt="2025-03-07T11:45:58.874" v="26" actId="20577"/>
          <ac:spMkLst>
            <pc:docMk/>
            <pc:sldMk cId="3847829345" sldId="270"/>
            <ac:spMk id="3" creationId="{03B27920-ECA3-D413-3357-2B05EBD6BFEA}"/>
          </ac:spMkLst>
        </pc:spChg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  <pc:picChg chg="mod">
          <ac:chgData name="Hwayda Hwayda Bashair (1049850)" userId="S::1049850@hr.nl::cfc65a82-fb1c-475e-92d7-ff76e90f0086" providerId="AD" clId="Web-{9B28D821-E689-A882-8C7B-D0A91A61FAFD}" dt="2025-03-07T11:48:16.050" v="27" actId="1076"/>
          <ac:picMkLst>
            <pc:docMk/>
            <pc:sldMk cId="187904320" sldId="271"/>
            <ac:picMk id="4" creationId="{3506E0A3-F1FE-97F2-7B75-8BCBB7B0C486}"/>
          </ac:picMkLst>
        </pc:picChg>
        <pc:picChg chg="mod">
          <ac:chgData name="Hwayda Hwayda Bashair (1049850)" userId="S::1049850@hr.nl::cfc65a82-fb1c-475e-92d7-ff76e90f0086" providerId="AD" clId="Web-{9B28D821-E689-A882-8C7B-D0A91A61FAFD}" dt="2025-03-07T11:48:33.659" v="31" actId="1076"/>
          <ac:picMkLst>
            <pc:docMk/>
            <pc:sldMk cId="187904320" sldId="271"/>
            <ac:picMk id="5" creationId="{7B5A5B85-2D2C-907B-0AA0-EAB0110C21D5}"/>
          </ac:picMkLst>
        </pc:picChg>
        <pc:picChg chg="mod">
          <ac:chgData name="Hwayda Hwayda Bashair (1049850)" userId="S::1049850@hr.nl::cfc65a82-fb1c-475e-92d7-ff76e90f0086" providerId="AD" clId="Web-{9B28D821-E689-A882-8C7B-D0A91A61FAFD}" dt="2025-03-07T11:48:19.128" v="28" actId="1076"/>
          <ac:picMkLst>
            <pc:docMk/>
            <pc:sldMk cId="187904320" sldId="271"/>
            <ac:picMk id="8" creationId="{23800D64-B1FF-39CC-9806-2A92013E4B4A}"/>
          </ac:picMkLst>
        </pc:picChg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  <pc:spChg chg="mod">
          <ac:chgData name="Hwayda Hwayda Bashair (1049850)" userId="S::1049850@hr.nl::cfc65a82-fb1c-475e-92d7-ff76e90f0086" providerId="AD" clId="Web-{9B28D821-E689-A882-8C7B-D0A91A61FAFD}" dt="2025-03-07T11:45:22.717" v="12" actId="20577"/>
          <ac:spMkLst>
            <pc:docMk/>
            <pc:sldMk cId="2830931085" sldId="273"/>
            <ac:spMk id="2" creationId="{532D83C0-5928-3D25-8DF8-C73DAB7D5600}"/>
          </ac:spMkLst>
        </pc:spChg>
        <pc:spChg chg="mod">
          <ac:chgData name="Hwayda Hwayda Bashair (1049850)" userId="S::1049850@hr.nl::cfc65a82-fb1c-475e-92d7-ff76e90f0086" providerId="AD" clId="Web-{9B28D821-E689-A882-8C7B-D0A91A61FAFD}" dt="2025-03-07T11:45:41.389" v="18" actId="20577"/>
          <ac:spMkLst>
            <pc:docMk/>
            <pc:sldMk cId="2830931085" sldId="273"/>
            <ac:spMk id="3" creationId="{4AC564A8-ADAA-BDC5-7CF0-2B16D15CBF05}"/>
          </ac:spMkLst>
        </pc:spChg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D8E76ED8-6577-7B45-A735-4968E733AB71}" dt="2025-03-10T09:21:18.896" v="964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D8E76ED8-6577-7B45-A735-4968E733AB71}" dt="2025-03-07T11:37:08.637" v="589" actId="1076"/>
          <ac:picMkLst>
            <pc:docMk/>
            <pc:sldMk cId="1448387869" sldId="264"/>
            <ac:picMk id="5" creationId="{4C8972C7-00E9-D332-E5DE-B5911116D81B}"/>
          </ac:picMkLst>
        </pc:picChg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  <pc:picChg chg="mod">
          <ac:chgData name="Hidde Gerritsen (1079142)" userId="bd1019e9-fe7d-45bb-8938-4a3398eba8be" providerId="ADAL" clId="{D8E76ED8-6577-7B45-A735-4968E733AB71}" dt="2025-03-07T11:14:32.407" v="510" actId="14100"/>
          <ac:picMkLst>
            <pc:docMk/>
            <pc:sldMk cId="462427109" sldId="267"/>
            <ac:picMk id="6" creationId="{534B4107-2823-ED65-C0CA-C6EED2378AD1}"/>
          </ac:picMkLst>
        </pc:picChg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  <pc:spChg chg="mod">
          <ac:chgData name="Hidde Gerritsen (1079142)" userId="bd1019e9-fe7d-45bb-8938-4a3398eba8be" providerId="ADAL" clId="{D8E76ED8-6577-7B45-A735-4968E733AB71}" dt="2025-03-10T09:24:25.395" v="969" actId="20577"/>
          <ac:spMkLst>
            <pc:docMk/>
            <pc:sldMk cId="3316613587" sldId="268"/>
            <ac:spMk id="3" creationId="{DE698152-C741-3D59-1696-E30510CFE50D}"/>
          </ac:spMkLst>
        </pc:spChg>
        <pc:picChg chg="add mod">
          <ac:chgData name="Hidde Gerritsen (1079142)" userId="bd1019e9-fe7d-45bb-8938-4a3398eba8be" providerId="ADAL" clId="{D8E76ED8-6577-7B45-A735-4968E733AB71}" dt="2025-03-10T09:25:12.150" v="977" actId="1076"/>
          <ac:picMkLst>
            <pc:docMk/>
            <pc:sldMk cId="3316613587" sldId="268"/>
            <ac:picMk id="4" creationId="{85FBB3B9-E0BA-0070-6597-0FA45C794D26}"/>
          </ac:picMkLst>
        </pc:picChg>
        <pc:picChg chg="del mod">
          <ac:chgData name="Hidde Gerritsen (1079142)" userId="bd1019e9-fe7d-45bb-8938-4a3398eba8be" providerId="ADAL" clId="{D8E76ED8-6577-7B45-A735-4968E733AB71}" dt="2025-03-10T09:24:55.878" v="971" actId="478"/>
          <ac:picMkLst>
            <pc:docMk/>
            <pc:sldMk cId="3316613587" sldId="268"/>
            <ac:picMk id="6" creationId="{19AE1A14-6E2D-6D98-3CD3-4F3AEA290145}"/>
          </ac:picMkLst>
        </pc:picChg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  <pc:spChg chg="mod">
          <ac:chgData name="Hidde Gerritsen (1079142)" userId="bd1019e9-fe7d-45bb-8938-4a3398eba8be" providerId="ADAL" clId="{D8E76ED8-6577-7B45-A735-4968E733AB71}" dt="2025-03-07T11:41:00.196" v="721" actId="20577"/>
          <ac:spMkLst>
            <pc:docMk/>
            <pc:sldMk cId="235373548" sldId="269"/>
            <ac:spMk id="3" creationId="{0BC64908-1802-FFFF-32E3-452358A72F76}"/>
          </ac:spMkLst>
        </pc:spChg>
        <pc:picChg chg="add mod">
          <ac:chgData name="Hidde Gerritsen (1079142)" userId="bd1019e9-fe7d-45bb-8938-4a3398eba8be" providerId="ADAL" clId="{D8E76ED8-6577-7B45-A735-4968E733AB71}" dt="2025-03-07T11:41:18.702" v="722" actId="1076"/>
          <ac:picMkLst>
            <pc:docMk/>
            <pc:sldMk cId="235373548" sldId="269"/>
            <ac:picMk id="5" creationId="{FA6E029F-64B9-4578-2A6C-ECD824716E43}"/>
          </ac:picMkLst>
        </pc:picChg>
        <pc:picChg chg="add mod">
          <ac:chgData name="Hidde Gerritsen (1079142)" userId="bd1019e9-fe7d-45bb-8938-4a3398eba8be" providerId="ADAL" clId="{D8E76ED8-6577-7B45-A735-4968E733AB71}" dt="2025-03-07T11:41:18.702" v="722" actId="1076"/>
          <ac:picMkLst>
            <pc:docMk/>
            <pc:sldMk cId="235373548" sldId="269"/>
            <ac:picMk id="6" creationId="{B7419A1E-8998-D686-D701-BE8E819E24B4}"/>
          </ac:picMkLst>
        </pc:picChg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  <pc:spChg chg="mod">
          <ac:chgData name="Hidde Gerritsen (1079142)" userId="bd1019e9-fe7d-45bb-8938-4a3398eba8be" providerId="ADAL" clId="{D8E76ED8-6577-7B45-A735-4968E733AB71}" dt="2025-03-07T11:47:05.409" v="794" actId="20577"/>
          <ac:spMkLst>
            <pc:docMk/>
            <pc:sldMk cId="3847829345" sldId="270"/>
            <ac:spMk id="3" creationId="{03B27920-ECA3-D413-3357-2B05EBD6BFEA}"/>
          </ac:spMkLst>
        </pc:spChg>
        <pc:picChg chg="add mod">
          <ac:chgData name="Hidde Gerritsen (1079142)" userId="bd1019e9-fe7d-45bb-8938-4a3398eba8be" providerId="ADAL" clId="{D8E76ED8-6577-7B45-A735-4968E733AB71}" dt="2025-03-07T11:47:10.031" v="795" actId="1076"/>
          <ac:picMkLst>
            <pc:docMk/>
            <pc:sldMk cId="3847829345" sldId="270"/>
            <ac:picMk id="5" creationId="{9C1FE590-0A4E-6CCA-CD8E-2A24EA3324DB}"/>
          </ac:picMkLst>
        </pc:picChg>
        <pc:picChg chg="add mod">
          <ac:chgData name="Hidde Gerritsen (1079142)" userId="bd1019e9-fe7d-45bb-8938-4a3398eba8be" providerId="ADAL" clId="{D8E76ED8-6577-7B45-A735-4968E733AB71}" dt="2025-03-07T11:47:10.031" v="795" actId="1076"/>
          <ac:picMkLst>
            <pc:docMk/>
            <pc:sldMk cId="3847829345" sldId="270"/>
            <ac:picMk id="6" creationId="{E8F34DE1-C456-5F04-2B99-43ECDC1AEE14}"/>
          </ac:picMkLst>
        </pc:picChg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  <pc:picChg chg="add mod">
          <ac:chgData name="Hidde Gerritsen (1079142)" userId="bd1019e9-fe7d-45bb-8938-4a3398eba8be" providerId="ADAL" clId="{D8E76ED8-6577-7B45-A735-4968E733AB71}" dt="2025-03-07T11:50:35.160" v="955" actId="29295"/>
          <ac:picMkLst>
            <pc:docMk/>
            <pc:sldMk cId="1925568384" sldId="272"/>
            <ac:picMk id="7" creationId="{2F0F21BB-9175-AD80-8780-87F8D49A0DD7}"/>
          </ac:picMkLst>
        </pc:picChg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  <pc:spChg chg="mod">
          <ac:chgData name="Hidde Gerritsen (1079142)" userId="bd1019e9-fe7d-45bb-8938-4a3398eba8be" providerId="ADAL" clId="{D8E76ED8-6577-7B45-A735-4968E733AB71}" dt="2025-03-10T09:27:47.950" v="1092" actId="20577"/>
          <ac:spMkLst>
            <pc:docMk/>
            <pc:sldMk cId="2830931085" sldId="273"/>
            <ac:spMk id="3" creationId="{4AC564A8-ADAA-BDC5-7CF0-2B16D15CBF05}"/>
          </ac:spMkLst>
        </pc:spChg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3EF45F4D-DC4D-8620-F645-7D8AF43EBE8C}" dt="2025-02-14T14:43:57.258" v="286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SDI</a:t>
            </a:r>
          </a:p>
          <a:p>
            <a:r>
              <a:rPr lang="en-US"/>
              <a:t>Sensor</a:t>
            </a:r>
          </a:p>
          <a:p>
            <a:r>
              <a:rPr lang="en-US" err="1"/>
              <a:t>Modulair</a:t>
            </a:r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BB8E0-DAF4-154A-67D6-C32EBA86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7EAC-2576-1320-3389-A13125ED8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SDI Blokkenschema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B4107-2823-ED65-C0CA-C6EED2378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756" y="474429"/>
            <a:ext cx="5891458" cy="5876728"/>
          </a:xfrm>
          <a:prstGeom prst="round2DiagRect">
            <a:avLst>
              <a:gd name="adj1" fmla="val 4876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6242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D9252A-AFAB-0B18-022B-B07778F3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8152-C741-3D59-1696-E30510CF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Requirements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9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4" name="Afbeelding 3">
            <a:extLst>
              <a:ext uri="{FF2B5EF4-FFF2-40B4-BE49-F238E27FC236}">
                <a16:creationId xmlns:a16="http://schemas.microsoft.com/office/drawing/2014/main" id="{85FBB3B9-E0BA-0070-6597-0FA45C794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313" y="1516063"/>
            <a:ext cx="6833307" cy="46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1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FCCB-5F34-5ADC-4F0E-B5CF096E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0B328-D5FE-6F31-A16F-2A30F608B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Sensor </a:t>
            </a:r>
            <a:r>
              <a:rPr lang="en-US" err="1"/>
              <a:t>literatuuronderzoek</a:t>
            </a:r>
            <a:r>
              <a:rPr lang="en-US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6E0A3-F1FE-97F2-7B75-8BCBB7B0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91" y="2903264"/>
            <a:ext cx="3976992" cy="969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5A5B85-2D2C-907B-0AA0-EAB0110C2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585" y="3476690"/>
            <a:ext cx="4386364" cy="1306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800D64-B1FF-39CC-9806-2A92013E4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091" y="2902960"/>
            <a:ext cx="4385352" cy="581431"/>
          </a:xfrm>
          <a:prstGeom prst="rect">
            <a:avLst/>
          </a:prstGeom>
        </p:spPr>
      </p:pic>
      <p:pic>
        <p:nvPicPr>
          <p:cNvPr id="6" name="Afbeelding 5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9DB8027F-DB03-67D3-103F-C924E2990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454105"/>
            <a:ext cx="6199323" cy="240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5561-BC5E-1C39-7400-5FE28A6F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5501-2418-1D2A-8FE4-B2D983DE8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MQTT literatuuronderzoek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B7D76-35B4-202C-9457-AEF62813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68" y="3431128"/>
            <a:ext cx="4633608" cy="392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C418C2-1950-15BD-50DD-FBFC0CC76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212" y="3431230"/>
            <a:ext cx="5095875" cy="514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F7223B-5476-C299-D10F-09AB9B6E0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541" y="2840983"/>
            <a:ext cx="9720364" cy="58426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F0F21BB-9175-AD80-8780-87F8D49A0DD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457372" y="4354220"/>
            <a:ext cx="3983164" cy="196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6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83C0-5928-3D25-8DF8-C73DAB7D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64A8-ADAA-BDC5-7CF0-2B16D15CB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Wat </a:t>
            </a:r>
            <a:r>
              <a:rPr lang="en-US" err="1"/>
              <a:t>ging</a:t>
            </a:r>
            <a:r>
              <a:rPr lang="en-US"/>
              <a:t> er </a:t>
            </a:r>
            <a:r>
              <a:rPr lang="en-US" err="1"/>
              <a:t>goed</a:t>
            </a:r>
            <a:r>
              <a:rPr lang="en-US"/>
              <a:t>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Goede </a:t>
            </a:r>
            <a:r>
              <a:rPr lang="en-US" err="1"/>
              <a:t>taakverdeling</a:t>
            </a:r>
            <a:endParaRPr lang="en-US"/>
          </a:p>
          <a:p>
            <a:r>
              <a:rPr lang="en-US"/>
              <a:t>Wat </a:t>
            </a:r>
            <a:r>
              <a:rPr lang="en-US" err="1"/>
              <a:t>kan</a:t>
            </a:r>
            <a:r>
              <a:rPr lang="en-US"/>
              <a:t> er </a:t>
            </a:r>
            <a:r>
              <a:rPr lang="en-US" err="1"/>
              <a:t>beter</a:t>
            </a:r>
            <a:r>
              <a:rPr lang="en-US"/>
              <a:t>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User stories </a:t>
            </a:r>
            <a:r>
              <a:rPr lang="en-US" err="1"/>
              <a:t>beter</a:t>
            </a:r>
            <a:r>
              <a:rPr lang="en-US"/>
              <a:t> </a:t>
            </a:r>
            <a:r>
              <a:rPr lang="en-US" err="1"/>
              <a:t>uitwerken</a:t>
            </a:r>
            <a:endParaRPr lang="en-US"/>
          </a:p>
          <a:p>
            <a:r>
              <a:rPr lang="en-US"/>
              <a:t>Wat </a:t>
            </a:r>
            <a:r>
              <a:rPr lang="en-US" err="1"/>
              <a:t>gaan</a:t>
            </a:r>
            <a:r>
              <a:rPr lang="en-US"/>
              <a:t> we </a:t>
            </a:r>
            <a:r>
              <a:rPr lang="en-US" err="1"/>
              <a:t>doen</a:t>
            </a:r>
            <a:r>
              <a:rPr lang="en-US"/>
              <a:t>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Vraagstukken</a:t>
            </a:r>
            <a:r>
              <a:rPr lang="en-US"/>
              <a:t> </a:t>
            </a:r>
            <a:r>
              <a:rPr lang="en-US" err="1"/>
              <a:t>verdelen</a:t>
            </a:r>
            <a:r>
              <a:rPr lang="en-US"/>
              <a:t> in </a:t>
            </a:r>
            <a:r>
              <a:rPr lang="en-US" err="1"/>
              <a:t>kleinere</a:t>
            </a:r>
            <a:r>
              <a:rPr lang="en-US"/>
              <a:t> taken</a:t>
            </a:r>
          </a:p>
        </p:txBody>
      </p:sp>
    </p:spTree>
    <p:extLst>
      <p:ext uri="{BB962C8B-B14F-4D97-AF65-F5344CB8AC3E}">
        <p14:creationId xmlns:p14="http://schemas.microsoft.com/office/powerpoint/2010/main" val="283093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0A9-403F-B7B2-2C56-10872C9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42EC-3925-A550-4869-D9EB7675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1EA5-C74C-EEF9-5368-E957897D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00695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Sensor </a:t>
            </a:r>
            <a:r>
              <a:rPr lang="en-US" err="1"/>
              <a:t>bestellen</a:t>
            </a:r>
            <a:r>
              <a:rPr lang="en-US"/>
              <a:t>/</a:t>
            </a:r>
            <a:r>
              <a:rPr lang="en-US" err="1"/>
              <a:t>testen</a:t>
            </a:r>
            <a:endParaRPr lang="en-US"/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118A02-1278-A704-599C-314C49CAE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4C8972C7-00E9-D332-E5DE-B5911116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39" r="144" b="1439"/>
          <a:stretch/>
        </p:blipFill>
        <p:spPr>
          <a:xfrm>
            <a:off x="1141413" y="3429000"/>
            <a:ext cx="7772400" cy="15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87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C142-F142-D82F-E06C-27D1A84A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064C-55C9-DA4C-A362-F357FFC4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4908-1802-FFFF-32E3-452358A7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Onderzoek</a:t>
            </a:r>
            <a:r>
              <a:rPr lang="en-US"/>
              <a:t> </a:t>
            </a:r>
            <a:r>
              <a:rPr lang="en-US" err="1"/>
              <a:t>doen</a:t>
            </a:r>
            <a:r>
              <a:rPr lang="en-US"/>
              <a:t> microcontroller</a:t>
            </a:r>
          </a:p>
          <a:p>
            <a:r>
              <a:rPr lang="en-US"/>
              <a:t>Misschien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zelfgemaakte</a:t>
            </a:r>
            <a:r>
              <a:rPr lang="en-US"/>
              <a:t> van </a:t>
            </a:r>
            <a:r>
              <a:rPr lang="en-US" err="1"/>
              <a:t>afstuderend</a:t>
            </a:r>
            <a:r>
              <a:rPr lang="en-US"/>
              <a:t> student?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43D913-E28A-EF95-E5A4-D1EBF9764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A6E029F-64B9-4578-2A6C-ECD824716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4545372"/>
            <a:ext cx="7772400" cy="510455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B7419A1E-8998-D686-D701-BE8E819E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2" y="4005355"/>
            <a:ext cx="7772400" cy="5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3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CD65-8D3C-2D69-0168-BF023864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4210-AB88-81D6-85B6-8E20127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7920-ECA3-D413-3357-2B05EBD6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Begin </a:t>
            </a:r>
            <a:r>
              <a:rPr lang="en-US" err="1"/>
              <a:t>maken</a:t>
            </a:r>
            <a:r>
              <a:rPr lang="en-US"/>
              <a:t> </a:t>
            </a:r>
            <a:r>
              <a:rPr lang="en-US" err="1"/>
              <a:t>aan</a:t>
            </a:r>
            <a:r>
              <a:rPr lang="en-US"/>
              <a:t> MQTT </a:t>
            </a:r>
            <a:r>
              <a:rPr lang="en-US" err="1"/>
              <a:t>communicatie</a:t>
            </a:r>
            <a:endParaRPr lang="en-US"/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B23736F-1312-4482-FF0D-C958BAF29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9C1FE590-0A4E-6CCA-CD8E-2A24EA33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4223572"/>
            <a:ext cx="7772400" cy="50206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8F34DE1-C456-5F04-2B99-43ECDC1AE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30" y="3683555"/>
            <a:ext cx="7772400" cy="5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29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Circuit</vt:lpstr>
      <vt:lpstr>Autonoom manoeuvreren in de haven</vt:lpstr>
      <vt:lpstr>RECAP</vt:lpstr>
      <vt:lpstr>Sprint review</vt:lpstr>
      <vt:lpstr>Sprint review</vt:lpstr>
      <vt:lpstr>Sprint review</vt:lpstr>
      <vt:lpstr>Sprint review</vt:lpstr>
      <vt:lpstr>Retrospective</vt:lpstr>
      <vt:lpstr>Volgende sprint</vt:lpstr>
      <vt:lpstr>Volgende sprint</vt:lpstr>
      <vt:lpstr>Volgende sprint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</cp:revision>
  <dcterms:created xsi:type="dcterms:W3CDTF">2025-02-14T14:23:52Z</dcterms:created>
  <dcterms:modified xsi:type="dcterms:W3CDTF">2025-03-10T09:28:39Z</dcterms:modified>
</cp:coreProperties>
</file>