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0" r:id="rId3"/>
    <p:sldId id="260" r:id="rId4"/>
    <p:sldId id="282" r:id="rId5"/>
    <p:sldId id="288" r:id="rId6"/>
    <p:sldId id="281" r:id="rId7"/>
    <p:sldId id="285" r:id="rId8"/>
    <p:sldId id="286" r:id="rId9"/>
    <p:sldId id="267" r:id="rId10"/>
    <p:sldId id="289" r:id="rId11"/>
    <p:sldId id="292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7FE86-23E6-454B-A825-E6C6C7C15B32}" v="1049" dt="2025-04-11T12:29:15.485"/>
    <p1510:client id="{819E3246-40A0-8B5A-6F08-FB48F77CCA8F}" v="169" dt="2025-04-11T10:33:51.490"/>
    <p1510:client id="{8FE9F513-B649-A1AC-314F-48605AC42CFB}" v="567" dt="2025-04-11T12:30:24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3BC2FEB3-5FE6-D2B0-83EF-43D3F212C5F8}"/>
    <pc:docChg chg="modSld">
      <pc:chgData name="Mees van der Waal (1052159)" userId="S::1052159@hr.nl::f47bb1cd-9a7d-4d84-91da-2dc9c3e5f91c" providerId="AD" clId="Web-{3BC2FEB3-5FE6-D2B0-83EF-43D3F212C5F8}" dt="2025-03-21T11:11:31.438" v="104" actId="20577"/>
      <pc:docMkLst>
        <pc:docMk/>
      </pc:docMkLst>
      <pc:sldChg chg="addSp delSp modSp">
        <pc:chgData name="Mees van der Waal (1052159)" userId="S::1052159@hr.nl::f47bb1cd-9a7d-4d84-91da-2dc9c3e5f91c" providerId="AD" clId="Web-{3BC2FEB3-5FE6-D2B0-83EF-43D3F212C5F8}" dt="2025-03-21T11:03:11.908" v="29"/>
        <pc:sldMkLst>
          <pc:docMk/>
          <pc:sldMk cId="1448387869" sldId="264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15.782" v="87" actId="20577"/>
        <pc:sldMkLst>
          <pc:docMk/>
          <pc:sldMk cId="462427109" sldId="267"/>
        </pc:sldMkLst>
        <pc:spChg chg="add">
          <ac:chgData name="Mees van der Waal (1052159)" userId="S::1052159@hr.nl::f47bb1cd-9a7d-4d84-91da-2dc9c3e5f91c" providerId="AD" clId="Web-{3BC2FEB3-5FE6-D2B0-83EF-43D3F212C5F8}" dt="2025-03-21T11:04:53.692" v="40"/>
          <ac:spMkLst>
            <pc:docMk/>
            <pc:sldMk cId="462427109" sldId="267"/>
            <ac:spMk id="81" creationId="{C2E4E997-8672-4FFD-B8EC-9932A8E4714B}"/>
          </ac:spMkLst>
        </pc:spChg>
        <pc:grpChg chg="add">
          <ac:chgData name="Mees van der Waal (1052159)" userId="S::1052159@hr.nl::f47bb1cd-9a7d-4d84-91da-2dc9c3e5f91c" providerId="AD" clId="Web-{3BC2FEB3-5FE6-D2B0-83EF-43D3F212C5F8}" dt="2025-03-21T11:04:53.692" v="40"/>
          <ac:grpSpMkLst>
            <pc:docMk/>
            <pc:sldMk cId="462427109" sldId="267"/>
            <ac:grpSpMk id="85" creationId="{453E4DEE-E996-40F8-8635-0FF43D7348F9}"/>
          </ac:grpSpMkLst>
        </pc:grpChg>
        <pc:picChg chg="add">
          <ac:chgData name="Mees van der Waal (1052159)" userId="S::1052159@hr.nl::f47bb1cd-9a7d-4d84-91da-2dc9c3e5f91c" providerId="AD" clId="Web-{3BC2FEB3-5FE6-D2B0-83EF-43D3F212C5F8}" dt="2025-03-21T11:04:53.692" v="40"/>
          <ac:picMkLst>
            <pc:docMk/>
            <pc:sldMk cId="462427109" sldId="267"/>
            <ac:picMk id="83" creationId="{FE6BA9E6-1D9E-4D30-B528-D49FA1342E4E}"/>
          </ac:picMkLst>
        </pc:picChg>
      </pc:sldChg>
      <pc:sldChg chg="delSp modSp">
        <pc:chgData name="Mees van der Waal (1052159)" userId="S::1052159@hr.nl::f47bb1cd-9a7d-4d84-91da-2dc9c3e5f91c" providerId="AD" clId="Web-{3BC2FEB3-5FE6-D2B0-83EF-43D3F212C5F8}" dt="2025-03-21T11:02:33.079" v="3" actId="20577"/>
        <pc:sldMkLst>
          <pc:docMk/>
          <pc:sldMk cId="3316613587" sldId="268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1.049" v="27"/>
        <pc:sldMkLst>
          <pc:docMk/>
          <pc:sldMk cId="235373548" sldId="269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0.299" v="24"/>
        <pc:sldMkLst>
          <pc:docMk/>
          <pc:sldMk cId="3847829345" sldId="270"/>
        </pc:sldMkLst>
      </pc:sldChg>
      <pc:sldChg chg="addSp delSp modSp mod setBg setClrOvrMap">
        <pc:chgData name="Mees van der Waal (1052159)" userId="S::1052159@hr.nl::f47bb1cd-9a7d-4d84-91da-2dc9c3e5f91c" providerId="AD" clId="Web-{3BC2FEB3-5FE6-D2B0-83EF-43D3F212C5F8}" dt="2025-03-21T11:05:37.116" v="55"/>
        <pc:sldMkLst>
          <pc:docMk/>
          <pc:sldMk cId="187904320" sldId="271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31.438" v="104" actId="20577"/>
        <pc:sldMkLst>
          <pc:docMk/>
          <pc:sldMk cId="1925568384" sldId="272"/>
        </pc:sldMkLst>
      </pc:sldChg>
      <pc:sldChg chg="addSp delSp modSp mod setBg">
        <pc:chgData name="Mees van der Waal (1052159)" userId="S::1052159@hr.nl::f47bb1cd-9a7d-4d84-91da-2dc9c3e5f91c" providerId="AD" clId="Web-{3BC2FEB3-5FE6-D2B0-83EF-43D3F212C5F8}" dt="2025-03-21T11:06:30.023" v="60"/>
        <pc:sldMkLst>
          <pc:docMk/>
          <pc:sldMk cId="2830931085" sldId="273"/>
        </pc:sldMkLst>
      </pc:sldChg>
    </pc:docChg>
  </pc:docChgLst>
  <pc:docChgLst>
    <pc:chgData name="Mees van der Waal (1052159)" userId="S::1052159@hr.nl::f47bb1cd-9a7d-4d84-91da-2dc9c3e5f91c" providerId="AD" clId="Web-{EC48A006-FD72-C34E-A1B4-4B5BBFF34D70}"/>
    <pc:docChg chg="addSld delSld modSld sldOrd">
      <pc:chgData name="Mees van der Waal (1052159)" userId="S::1052159@hr.nl::f47bb1cd-9a7d-4d84-91da-2dc9c3e5f91c" providerId="AD" clId="Web-{EC48A006-FD72-C34E-A1B4-4B5BBFF34D70}" dt="2025-04-10T11:18:27.957" v="171"/>
      <pc:docMkLst>
        <pc:docMk/>
      </pc:docMkLst>
      <pc:sldChg chg="ord">
        <pc:chgData name="Mees van der Waal (1052159)" userId="S::1052159@hr.nl::f47bb1cd-9a7d-4d84-91da-2dc9c3e5f91c" providerId="AD" clId="Web-{EC48A006-FD72-C34E-A1B4-4B5BBFF34D70}" dt="2025-04-10T10:25:21.187" v="3"/>
        <pc:sldMkLst>
          <pc:docMk/>
          <pc:sldMk cId="3881030924" sldId="260"/>
        </pc:sldMkLst>
      </pc:sldChg>
      <pc:sldChg chg="del">
        <pc:chgData name="Mees van der Waal (1052159)" userId="S::1052159@hr.nl::f47bb1cd-9a7d-4d84-91da-2dc9c3e5f91c" providerId="AD" clId="Web-{EC48A006-FD72-C34E-A1B4-4B5BBFF34D70}" dt="2025-04-10T11:15:40.529" v="124"/>
        <pc:sldMkLst>
          <pc:docMk/>
          <pc:sldMk cId="1448387869" sldId="264"/>
        </pc:sldMkLst>
      </pc:sldChg>
      <pc:sldChg chg="delSp modSp">
        <pc:chgData name="Mees van der Waal (1052159)" userId="S::1052159@hr.nl::f47bb1cd-9a7d-4d84-91da-2dc9c3e5f91c" providerId="AD" clId="Web-{EC48A006-FD72-C34E-A1B4-4B5BBFF34D70}" dt="2025-04-10T11:15:11.247" v="118" actId="20577"/>
        <pc:sldMkLst>
          <pc:docMk/>
          <pc:sldMk cId="462427109" sldId="267"/>
        </pc:sldMkLst>
        <pc:spChg chg="mod">
          <ac:chgData name="Mees van der Waal (1052159)" userId="S::1052159@hr.nl::f47bb1cd-9a7d-4d84-91da-2dc9c3e5f91c" providerId="AD" clId="Web-{EC48A006-FD72-C34E-A1B4-4B5BBFF34D70}" dt="2025-04-10T11:15:11.247" v="118" actId="20577"/>
          <ac:spMkLst>
            <pc:docMk/>
            <pc:sldMk cId="462427109" sldId="267"/>
            <ac:spMk id="2" creationId="{8D3BB8E0-DAF4-154A-67D6-C32EBA868364}"/>
          </ac:spMkLst>
        </pc:spChg>
        <pc:spChg chg="mod">
          <ac:chgData name="Mees van der Waal (1052159)" userId="S::1052159@hr.nl::f47bb1cd-9a7d-4d84-91da-2dc9c3e5f91c" providerId="AD" clId="Web-{EC48A006-FD72-C34E-A1B4-4B5BBFF34D70}" dt="2025-04-10T11:15:03.402" v="113" actId="20577"/>
          <ac:spMkLst>
            <pc:docMk/>
            <pc:sldMk cId="462427109" sldId="267"/>
            <ac:spMk id="3" creationId="{04FE7EAC-2576-1320-3389-A13125ED8382}"/>
          </ac:spMkLst>
        </pc:spChg>
        <pc:picChg chg="del">
          <ac:chgData name="Mees van der Waal (1052159)" userId="S::1052159@hr.nl::f47bb1cd-9a7d-4d84-91da-2dc9c3e5f91c" providerId="AD" clId="Web-{EC48A006-FD72-C34E-A1B4-4B5BBFF34D70}" dt="2025-04-10T11:15:07.434" v="114"/>
          <ac:picMkLst>
            <pc:docMk/>
            <pc:sldMk cId="462427109" sldId="267"/>
            <ac:picMk id="4" creationId="{341E3D86-9D1B-4414-2D57-B29B5FA72C96}"/>
          </ac:picMkLst>
        </pc:picChg>
      </pc:sldChg>
      <pc:sldChg chg="del">
        <pc:chgData name="Mees van der Waal (1052159)" userId="S::1052159@hr.nl::f47bb1cd-9a7d-4d84-91da-2dc9c3e5f91c" providerId="AD" clId="Web-{EC48A006-FD72-C34E-A1B4-4B5BBFF34D70}" dt="2025-04-10T11:15:35.076" v="119"/>
        <pc:sldMkLst>
          <pc:docMk/>
          <pc:sldMk cId="3316613587" sldId="268"/>
        </pc:sldMkLst>
      </pc:sldChg>
      <pc:sldChg chg="del">
        <pc:chgData name="Mees van der Waal (1052159)" userId="S::1052159@hr.nl::f47bb1cd-9a7d-4d84-91da-2dc9c3e5f91c" providerId="AD" clId="Web-{EC48A006-FD72-C34E-A1B4-4B5BBFF34D70}" dt="2025-04-10T11:15:38.638" v="121"/>
        <pc:sldMkLst>
          <pc:docMk/>
          <pc:sldMk cId="187904320" sldId="271"/>
        </pc:sldMkLst>
      </pc:sldChg>
      <pc:sldChg chg="modSp ord">
        <pc:chgData name="Mees van der Waal (1052159)" userId="S::1052159@hr.nl::f47bb1cd-9a7d-4d84-91da-2dc9c3e5f91c" providerId="AD" clId="Web-{EC48A006-FD72-C34E-A1B4-4B5BBFF34D70}" dt="2025-04-10T11:17:43.315" v="169"/>
        <pc:sldMkLst>
          <pc:docMk/>
          <pc:sldMk cId="1925568384" sldId="272"/>
        </pc:sldMkLst>
        <pc:spChg chg="mod">
          <ac:chgData name="Mees van der Waal (1052159)" userId="S::1052159@hr.nl::f47bb1cd-9a7d-4d84-91da-2dc9c3e5f91c" providerId="AD" clId="Web-{EC48A006-FD72-C34E-A1B4-4B5BBFF34D70}" dt="2025-04-10T11:13:26.946" v="108" actId="20577"/>
          <ac:spMkLst>
            <pc:docMk/>
            <pc:sldMk cId="1925568384" sldId="272"/>
            <ac:spMk id="2" creationId="{3F905561-BC5E-1C39-7400-5FE28A6FC801}"/>
          </ac:spMkLst>
        </pc:spChg>
        <pc:spChg chg="mod">
          <ac:chgData name="Mees van der Waal (1052159)" userId="S::1052159@hr.nl::f47bb1cd-9a7d-4d84-91da-2dc9c3e5f91c" providerId="AD" clId="Web-{EC48A006-FD72-C34E-A1B4-4B5BBFF34D70}" dt="2025-04-10T11:13:31.258" v="109" actId="20577"/>
          <ac:spMkLst>
            <pc:docMk/>
            <pc:sldMk cId="1925568384" sldId="272"/>
            <ac:spMk id="9" creationId="{147C8801-067B-10A4-417E-65138165C8ED}"/>
          </ac:spMkLst>
        </pc:spChg>
      </pc:sldChg>
      <pc:sldChg chg="del">
        <pc:chgData name="Mees van der Waal (1052159)" userId="S::1052159@hr.nl::f47bb1cd-9a7d-4d84-91da-2dc9c3e5f91c" providerId="AD" clId="Web-{EC48A006-FD72-C34E-A1B4-4B5BBFF34D70}" dt="2025-04-10T11:15:39.513" v="123"/>
        <pc:sldMkLst>
          <pc:docMk/>
          <pc:sldMk cId="2830931085" sldId="273"/>
        </pc:sldMkLst>
      </pc:sldChg>
      <pc:sldChg chg="del">
        <pc:chgData name="Mees van der Waal (1052159)" userId="S::1052159@hr.nl::f47bb1cd-9a7d-4d84-91da-2dc9c3e5f91c" providerId="AD" clId="Web-{EC48A006-FD72-C34E-A1B4-4B5BBFF34D70}" dt="2025-04-10T11:15:39.107" v="122"/>
        <pc:sldMkLst>
          <pc:docMk/>
          <pc:sldMk cId="3713448215" sldId="274"/>
        </pc:sldMkLst>
      </pc:sldChg>
      <pc:sldChg chg="del">
        <pc:chgData name="Mees van der Waal (1052159)" userId="S::1052159@hr.nl::f47bb1cd-9a7d-4d84-91da-2dc9c3e5f91c" providerId="AD" clId="Web-{EC48A006-FD72-C34E-A1B4-4B5BBFF34D70}" dt="2025-04-10T11:15:36.591" v="120"/>
        <pc:sldMkLst>
          <pc:docMk/>
          <pc:sldMk cId="2937471029" sldId="276"/>
        </pc:sldMkLst>
      </pc:sldChg>
      <pc:sldChg chg="del">
        <pc:chgData name="Mees van der Waal (1052159)" userId="S::1052159@hr.nl::f47bb1cd-9a7d-4d84-91da-2dc9c3e5f91c" providerId="AD" clId="Web-{EC48A006-FD72-C34E-A1B4-4B5BBFF34D70}" dt="2025-04-10T11:15:41.435" v="125"/>
        <pc:sldMkLst>
          <pc:docMk/>
          <pc:sldMk cId="3966701848" sldId="277"/>
        </pc:sldMkLst>
      </pc:sldChg>
      <pc:sldChg chg="del">
        <pc:chgData name="Mees van der Waal (1052159)" userId="S::1052159@hr.nl::f47bb1cd-9a7d-4d84-91da-2dc9c3e5f91c" providerId="AD" clId="Web-{EC48A006-FD72-C34E-A1B4-4B5BBFF34D70}" dt="2025-04-10T11:15:42.591" v="126"/>
        <pc:sldMkLst>
          <pc:docMk/>
          <pc:sldMk cId="3888164645" sldId="279"/>
        </pc:sldMkLst>
      </pc:sldChg>
      <pc:sldChg chg="ord">
        <pc:chgData name="Mees van der Waal (1052159)" userId="S::1052159@hr.nl::f47bb1cd-9a7d-4d84-91da-2dc9c3e5f91c" providerId="AD" clId="Web-{EC48A006-FD72-C34E-A1B4-4B5BBFF34D70}" dt="2025-04-10T11:18:21.301" v="170"/>
        <pc:sldMkLst>
          <pc:docMk/>
          <pc:sldMk cId="4235356673" sldId="281"/>
        </pc:sldMkLst>
      </pc:sldChg>
      <pc:sldChg chg="addSp modSp new modTransition">
        <pc:chgData name="Mees van der Waal (1052159)" userId="S::1052159@hr.nl::f47bb1cd-9a7d-4d84-91da-2dc9c3e5f91c" providerId="AD" clId="Web-{EC48A006-FD72-C34E-A1B4-4B5BBFF34D70}" dt="2025-04-10T10:47:22.464" v="107" actId="20577"/>
        <pc:sldMkLst>
          <pc:docMk/>
          <pc:sldMk cId="1341600272" sldId="282"/>
        </pc:sldMkLst>
        <pc:spChg chg="mod">
          <ac:chgData name="Mees van der Waal (1052159)" userId="S::1052159@hr.nl::f47bb1cd-9a7d-4d84-91da-2dc9c3e5f91c" providerId="AD" clId="Web-{EC48A006-FD72-C34E-A1B4-4B5BBFF34D70}" dt="2025-04-10T10:41:58.423" v="23" actId="20577"/>
          <ac:spMkLst>
            <pc:docMk/>
            <pc:sldMk cId="1341600272" sldId="282"/>
            <ac:spMk id="2" creationId="{670960B1-EECC-03DF-E980-C245742D5D5B}"/>
          </ac:spMkLst>
        </pc:spChg>
        <pc:spChg chg="mod">
          <ac:chgData name="Mees van der Waal (1052159)" userId="S::1052159@hr.nl::f47bb1cd-9a7d-4d84-91da-2dc9c3e5f91c" providerId="AD" clId="Web-{EC48A006-FD72-C34E-A1B4-4B5BBFF34D70}" dt="2025-04-10T10:47:22.464" v="107" actId="20577"/>
          <ac:spMkLst>
            <pc:docMk/>
            <pc:sldMk cId="1341600272" sldId="282"/>
            <ac:spMk id="3" creationId="{F1622498-20F7-6670-F24C-BCD8A6D5CB60}"/>
          </ac:spMkLst>
        </pc:spChg>
        <pc:picChg chg="add">
          <ac:chgData name="Mees van der Waal (1052159)" userId="S::1052159@hr.nl::f47bb1cd-9a7d-4d84-91da-2dc9c3e5f91c" providerId="AD" clId="Web-{EC48A006-FD72-C34E-A1B4-4B5BBFF34D70}" dt="2025-04-10T10:45:51.821" v="94"/>
          <ac:picMkLst>
            <pc:docMk/>
            <pc:sldMk cId="1341600272" sldId="282"/>
            <ac:picMk id="5" creationId="{DF51359C-97F5-AEDD-BEB9-A6DC4C417B0E}"/>
          </ac:picMkLst>
        </pc:picChg>
      </pc:sldChg>
      <pc:sldChg chg="del">
        <pc:chgData name="Mees van der Waal (1052159)" userId="S::1052159@hr.nl::f47bb1cd-9a7d-4d84-91da-2dc9c3e5f91c" providerId="AD" clId="Web-{EC48A006-FD72-C34E-A1B4-4B5BBFF34D70}" dt="2025-04-10T10:41:49.282" v="5"/>
        <pc:sldMkLst>
          <pc:docMk/>
          <pc:sldMk cId="2588948743" sldId="283"/>
        </pc:sldMkLst>
      </pc:sldChg>
      <pc:sldChg chg="del">
        <pc:chgData name="Mees van der Waal (1052159)" userId="S::1052159@hr.nl::f47bb1cd-9a7d-4d84-91da-2dc9c3e5f91c" providerId="AD" clId="Web-{EC48A006-FD72-C34E-A1B4-4B5BBFF34D70}" dt="2025-04-10T11:18:27.957" v="171"/>
        <pc:sldMkLst>
          <pc:docMk/>
          <pc:sldMk cId="3980095435" sldId="284"/>
        </pc:sldMkLst>
      </pc:sldChg>
      <pc:sldChg chg="modSp new ord">
        <pc:chgData name="Mees van der Waal (1052159)" userId="S::1052159@hr.nl::f47bb1cd-9a7d-4d84-91da-2dc9c3e5f91c" providerId="AD" clId="Web-{EC48A006-FD72-C34E-A1B4-4B5BBFF34D70}" dt="2025-04-10T11:17:43.315" v="168"/>
        <pc:sldMkLst>
          <pc:docMk/>
          <pc:sldMk cId="2421672567" sldId="285"/>
        </pc:sldMkLst>
        <pc:spChg chg="mod">
          <ac:chgData name="Mees van der Waal (1052159)" userId="S::1052159@hr.nl::f47bb1cd-9a7d-4d84-91da-2dc9c3e5f91c" providerId="AD" clId="Web-{EC48A006-FD72-C34E-A1B4-4B5BBFF34D70}" dt="2025-04-10T11:16:48.375" v="135" actId="20577"/>
          <ac:spMkLst>
            <pc:docMk/>
            <pc:sldMk cId="2421672567" sldId="285"/>
            <ac:spMk id="2" creationId="{1E3ECB4F-D842-A1C5-A03B-446874A7B0FD}"/>
          </ac:spMkLst>
        </pc:spChg>
        <pc:spChg chg="mod">
          <ac:chgData name="Mees van der Waal (1052159)" userId="S::1052159@hr.nl::f47bb1cd-9a7d-4d84-91da-2dc9c3e5f91c" providerId="AD" clId="Web-{EC48A006-FD72-C34E-A1B4-4B5BBFF34D70}" dt="2025-04-10T11:17:43.221" v="167" actId="20577"/>
          <ac:spMkLst>
            <pc:docMk/>
            <pc:sldMk cId="2421672567" sldId="285"/>
            <ac:spMk id="3" creationId="{8777F595-2758-D836-150C-03E6ECEFFD35}"/>
          </ac:spMkLst>
        </pc:spChg>
      </pc:sldChg>
    </pc:docChg>
  </pc:docChgLst>
  <pc:docChgLst>
    <pc:chgData name="Hwayda Hwayda Bashair (1049850)" userId="S::1049850@hr.nl::cfc65a82-fb1c-475e-92d7-ff76e90f0086" providerId="AD" clId="Web-{8FE9F513-B649-A1AC-314F-48605AC42CFB}"/>
    <pc:docChg chg="addSld delSld modSld sldOrd">
      <pc:chgData name="Hwayda Hwayda Bashair (1049850)" userId="S::1049850@hr.nl::cfc65a82-fb1c-475e-92d7-ff76e90f0086" providerId="AD" clId="Web-{8FE9F513-B649-A1AC-314F-48605AC42CFB}" dt="2025-04-11T12:30:22.760" v="521" actId="20577"/>
      <pc:docMkLst>
        <pc:docMk/>
      </pc:docMkLst>
      <pc:sldChg chg="addSp delSp modSp mod setBg">
        <pc:chgData name="Hwayda Hwayda Bashair (1049850)" userId="S::1049850@hr.nl::cfc65a82-fb1c-475e-92d7-ff76e90f0086" providerId="AD" clId="Web-{8FE9F513-B649-A1AC-314F-48605AC42CFB}" dt="2025-04-11T10:24:52.697" v="285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8FE9F513-B649-A1AC-314F-48605AC42CFB}" dt="2025-04-11T10:24:28.024" v="280"/>
          <ac:spMkLst>
            <pc:docMk/>
            <pc:sldMk cId="3881030924" sldId="260"/>
            <ac:spMk id="2" creationId="{F309F1E1-4171-8052-3E40-2C23D81BB3E7}"/>
          </ac:spMkLst>
        </pc:spChg>
        <pc:spChg chg="mod ord">
          <ac:chgData name="Hwayda Hwayda Bashair (1049850)" userId="S::1049850@hr.nl::cfc65a82-fb1c-475e-92d7-ff76e90f0086" providerId="AD" clId="Web-{8FE9F513-B649-A1AC-314F-48605AC42CFB}" dt="2025-04-11T10:24:52.697" v="285" actId="20577"/>
          <ac:spMkLst>
            <pc:docMk/>
            <pc:sldMk cId="3881030924" sldId="260"/>
            <ac:spMk id="3" creationId="{8CFFE4F0-96B8-8664-8AA0-F016386C1D27}"/>
          </ac:spMkLst>
        </pc:spChg>
        <pc:spChg chg="add">
          <ac:chgData name="Hwayda Hwayda Bashair (1049850)" userId="S::1049850@hr.nl::cfc65a82-fb1c-475e-92d7-ff76e90f0086" providerId="AD" clId="Web-{8FE9F513-B649-A1AC-314F-48605AC42CFB}" dt="2025-04-11T10:24:28.024" v="280"/>
          <ac:spMkLst>
            <pc:docMk/>
            <pc:sldMk cId="3881030924" sldId="260"/>
            <ac:spMk id="12" creationId="{E704FA00-F5B1-4BF3-BFB2-F832D367024B}"/>
          </ac:spMkLst>
        </pc:spChg>
        <pc:picChg chg="mod ord">
          <ac:chgData name="Hwayda Hwayda Bashair (1049850)" userId="S::1049850@hr.nl::cfc65a82-fb1c-475e-92d7-ff76e90f0086" providerId="AD" clId="Web-{8FE9F513-B649-A1AC-314F-48605AC42CFB}" dt="2025-04-11T10:24:28.024" v="280"/>
          <ac:picMkLst>
            <pc:docMk/>
            <pc:sldMk cId="3881030924" sldId="260"/>
            <ac:picMk id="4" creationId="{09EA2971-3C00-16B9-EED2-41802545C464}"/>
          </ac:picMkLst>
        </pc:picChg>
        <pc:picChg chg="add del mod">
          <ac:chgData name="Hwayda Hwayda Bashair (1049850)" userId="S::1049850@hr.nl::cfc65a82-fb1c-475e-92d7-ff76e90f0086" providerId="AD" clId="Web-{8FE9F513-B649-A1AC-314F-48605AC42CFB}" dt="2025-04-11T10:23:19.647" v="264"/>
          <ac:picMkLst>
            <pc:docMk/>
            <pc:sldMk cId="3881030924" sldId="260"/>
            <ac:picMk id="5" creationId="{69C00B88-3118-FC73-CB22-93EDFB93456D}"/>
          </ac:picMkLst>
        </pc:picChg>
        <pc:picChg chg="add del mod">
          <ac:chgData name="Hwayda Hwayda Bashair (1049850)" userId="S::1049850@hr.nl::cfc65a82-fb1c-475e-92d7-ff76e90f0086" providerId="AD" clId="Web-{8FE9F513-B649-A1AC-314F-48605AC42CFB}" dt="2025-04-11T10:23:56.679" v="276"/>
          <ac:picMkLst>
            <pc:docMk/>
            <pc:sldMk cId="3881030924" sldId="260"/>
            <ac:picMk id="6" creationId="{5DD4952A-34EC-B232-7582-E62C2CDA401F}"/>
          </ac:picMkLst>
        </pc:picChg>
        <pc:picChg chg="add mod">
          <ac:chgData name="Hwayda Hwayda Bashair (1049850)" userId="S::1049850@hr.nl::cfc65a82-fb1c-475e-92d7-ff76e90f0086" providerId="AD" clId="Web-{8FE9F513-B649-A1AC-314F-48605AC42CFB}" dt="2025-04-11T10:24:28.024" v="280"/>
          <ac:picMkLst>
            <pc:docMk/>
            <pc:sldMk cId="3881030924" sldId="260"/>
            <ac:picMk id="7" creationId="{BF29E45D-4096-B55C-3F85-E59DCEEC4D38}"/>
          </ac:picMkLst>
        </pc:picChg>
      </pc:sldChg>
      <pc:sldChg chg="modSp">
        <pc:chgData name="Hwayda Hwayda Bashair (1049850)" userId="S::1049850@hr.nl::cfc65a82-fb1c-475e-92d7-ff76e90f0086" providerId="AD" clId="Web-{8FE9F513-B649-A1AC-314F-48605AC42CFB}" dt="2025-04-11T12:13:11.328" v="452" actId="20577"/>
        <pc:sldMkLst>
          <pc:docMk/>
          <pc:sldMk cId="723969862" sldId="280"/>
        </pc:sldMkLst>
        <pc:spChg chg="mod">
          <ac:chgData name="Hwayda Hwayda Bashair (1049850)" userId="S::1049850@hr.nl::cfc65a82-fb1c-475e-92d7-ff76e90f0086" providerId="AD" clId="Web-{8FE9F513-B649-A1AC-314F-48605AC42CFB}" dt="2025-04-11T12:13:11.328" v="452" actId="20577"/>
          <ac:spMkLst>
            <pc:docMk/>
            <pc:sldMk cId="723969862" sldId="280"/>
            <ac:spMk id="3" creationId="{6A039E27-B788-1EA0-D3F4-B9CAA3BF7B8C}"/>
          </ac:spMkLst>
        </pc:spChg>
      </pc:sldChg>
      <pc:sldChg chg="modSp">
        <pc:chgData name="Hwayda Hwayda Bashair (1049850)" userId="S::1049850@hr.nl::cfc65a82-fb1c-475e-92d7-ff76e90f0086" providerId="AD" clId="Web-{8FE9F513-B649-A1AC-314F-48605AC42CFB}" dt="2025-04-11T10:04:25.204" v="142" actId="14100"/>
        <pc:sldMkLst>
          <pc:docMk/>
          <pc:sldMk cId="1341600272" sldId="282"/>
        </pc:sldMkLst>
        <pc:spChg chg="mod">
          <ac:chgData name="Hwayda Hwayda Bashair (1049850)" userId="S::1049850@hr.nl::cfc65a82-fb1c-475e-92d7-ff76e90f0086" providerId="AD" clId="Web-{8FE9F513-B649-A1AC-314F-48605AC42CFB}" dt="2025-04-11T10:03:54.828" v="132" actId="20577"/>
          <ac:spMkLst>
            <pc:docMk/>
            <pc:sldMk cId="1341600272" sldId="282"/>
            <ac:spMk id="2" creationId="{670960B1-EECC-03DF-E980-C245742D5D5B}"/>
          </ac:spMkLst>
        </pc:spChg>
        <pc:spChg chg="mod">
          <ac:chgData name="Hwayda Hwayda Bashair (1049850)" userId="S::1049850@hr.nl::cfc65a82-fb1c-475e-92d7-ff76e90f0086" providerId="AD" clId="Web-{8FE9F513-B649-A1AC-314F-48605AC42CFB}" dt="2025-04-11T10:04:25.204" v="142" actId="14100"/>
          <ac:spMkLst>
            <pc:docMk/>
            <pc:sldMk cId="1341600272" sldId="282"/>
            <ac:spMk id="3" creationId="{F1622498-20F7-6670-F24C-BCD8A6D5CB60}"/>
          </ac:spMkLst>
        </pc:spChg>
      </pc:sldChg>
      <pc:sldChg chg="addSp modSp ord">
        <pc:chgData name="Hwayda Hwayda Bashair (1049850)" userId="S::1049850@hr.nl::cfc65a82-fb1c-475e-92d7-ff76e90f0086" providerId="AD" clId="Web-{8FE9F513-B649-A1AC-314F-48605AC42CFB}" dt="2025-04-11T11:42:25.277" v="435"/>
        <pc:sldMkLst>
          <pc:docMk/>
          <pc:sldMk cId="2421672567" sldId="285"/>
        </pc:sldMkLst>
        <pc:spChg chg="mod">
          <ac:chgData name="Hwayda Hwayda Bashair (1049850)" userId="S::1049850@hr.nl::cfc65a82-fb1c-475e-92d7-ff76e90f0086" providerId="AD" clId="Web-{8FE9F513-B649-A1AC-314F-48605AC42CFB}" dt="2025-04-11T11:39:51.710" v="394" actId="20577"/>
          <ac:spMkLst>
            <pc:docMk/>
            <pc:sldMk cId="2421672567" sldId="285"/>
            <ac:spMk id="3" creationId="{8777F595-2758-D836-150C-03E6ECEFFD35}"/>
          </ac:spMkLst>
        </pc:spChg>
        <pc:picChg chg="add mod">
          <ac:chgData name="Hwayda Hwayda Bashair (1049850)" userId="S::1049850@hr.nl::cfc65a82-fb1c-475e-92d7-ff76e90f0086" providerId="AD" clId="Web-{8FE9F513-B649-A1AC-314F-48605AC42CFB}" dt="2025-04-11T11:39:57.991" v="399" actId="1076"/>
          <ac:picMkLst>
            <pc:docMk/>
            <pc:sldMk cId="2421672567" sldId="285"/>
            <ac:picMk id="4" creationId="{2944B077-850E-3291-5126-04BD8B4D742E}"/>
          </ac:picMkLst>
        </pc:picChg>
        <pc:picChg chg="add mod">
          <ac:chgData name="Hwayda Hwayda Bashair (1049850)" userId="S::1049850@hr.nl::cfc65a82-fb1c-475e-92d7-ff76e90f0086" providerId="AD" clId="Web-{8FE9F513-B649-A1AC-314F-48605AC42CFB}" dt="2025-04-11T11:39:55.663" v="398" actId="1076"/>
          <ac:picMkLst>
            <pc:docMk/>
            <pc:sldMk cId="2421672567" sldId="285"/>
            <ac:picMk id="5" creationId="{8ECB3A53-BC31-C933-D0E1-67C3631A3FE4}"/>
          </ac:picMkLst>
        </pc:picChg>
        <pc:picChg chg="add mod">
          <ac:chgData name="Hwayda Hwayda Bashair (1049850)" userId="S::1049850@hr.nl::cfc65a82-fb1c-475e-92d7-ff76e90f0086" providerId="AD" clId="Web-{8FE9F513-B649-A1AC-314F-48605AC42CFB}" dt="2025-04-11T10:14:18.786" v="229" actId="1076"/>
          <ac:picMkLst>
            <pc:docMk/>
            <pc:sldMk cId="2421672567" sldId="285"/>
            <ac:picMk id="6" creationId="{D169D491-F894-1C10-971D-7290FC8DA139}"/>
          </ac:picMkLst>
        </pc:picChg>
        <pc:picChg chg="add mod">
          <ac:chgData name="Hwayda Hwayda Bashair (1049850)" userId="S::1049850@hr.nl::cfc65a82-fb1c-475e-92d7-ff76e90f0086" providerId="AD" clId="Web-{8FE9F513-B649-A1AC-314F-48605AC42CFB}" dt="2025-04-11T11:39:38.662" v="383" actId="1076"/>
          <ac:picMkLst>
            <pc:docMk/>
            <pc:sldMk cId="2421672567" sldId="285"/>
            <ac:picMk id="7" creationId="{9102C67E-0679-07BE-10A8-B2DD1DC7993F}"/>
          </ac:picMkLst>
        </pc:picChg>
      </pc:sldChg>
      <pc:sldChg chg="addSp delSp modSp ord">
        <pc:chgData name="Hwayda Hwayda Bashair (1049850)" userId="S::1049850@hr.nl::cfc65a82-fb1c-475e-92d7-ff76e90f0086" providerId="AD" clId="Web-{8FE9F513-B649-A1AC-314F-48605AC42CFB}" dt="2025-04-11T12:30:22.760" v="521" actId="20577"/>
        <pc:sldMkLst>
          <pc:docMk/>
          <pc:sldMk cId="2757928820" sldId="289"/>
        </pc:sldMkLst>
        <pc:spChg chg="add del">
          <ac:chgData name="Hwayda Hwayda Bashair (1049850)" userId="S::1049850@hr.nl::cfc65a82-fb1c-475e-92d7-ff76e90f0086" providerId="AD" clId="Web-{8FE9F513-B649-A1AC-314F-48605AC42CFB}" dt="2025-04-11T12:29:33.820" v="481"/>
          <ac:spMkLst>
            <pc:docMk/>
            <pc:sldMk cId="2757928820" sldId="289"/>
            <ac:spMk id="2" creationId="{D2348501-8B10-1D3E-E7AC-CDD03458232D}"/>
          </ac:spMkLst>
        </pc:spChg>
        <pc:spChg chg="add del">
          <ac:chgData name="Hwayda Hwayda Bashair (1049850)" userId="S::1049850@hr.nl::cfc65a82-fb1c-475e-92d7-ff76e90f0086" providerId="AD" clId="Web-{8FE9F513-B649-A1AC-314F-48605AC42CFB}" dt="2025-04-11T12:29:40.305" v="483"/>
          <ac:spMkLst>
            <pc:docMk/>
            <pc:sldMk cId="2757928820" sldId="289"/>
            <ac:spMk id="3" creationId="{B1994CCC-FC64-8542-A81A-91627E620902}"/>
          </ac:spMkLst>
        </pc:spChg>
        <pc:spChg chg="add mod">
          <ac:chgData name="Hwayda Hwayda Bashair (1049850)" userId="S::1049850@hr.nl::cfc65a82-fb1c-475e-92d7-ff76e90f0086" providerId="AD" clId="Web-{8FE9F513-B649-A1AC-314F-48605AC42CFB}" dt="2025-04-11T12:30:22.760" v="521" actId="20577"/>
          <ac:spMkLst>
            <pc:docMk/>
            <pc:sldMk cId="2757928820" sldId="289"/>
            <ac:spMk id="4" creationId="{8AD0E3F5-71A5-B8E3-3391-1EE5A8DFA907}"/>
          </ac:spMkLst>
        </pc:spChg>
        <pc:spChg chg="mod">
          <ac:chgData name="Hwayda Hwayda Bashair (1049850)" userId="S::1049850@hr.nl::cfc65a82-fb1c-475e-92d7-ff76e90f0086" providerId="AD" clId="Web-{8FE9F513-B649-A1AC-314F-48605AC42CFB}" dt="2025-04-11T11:48:02.788" v="439" actId="20577"/>
          <ac:spMkLst>
            <pc:docMk/>
            <pc:sldMk cId="2757928820" sldId="289"/>
            <ac:spMk id="5" creationId="{0997F374-A3E6-4DFA-CE16-A6F09F1C982E}"/>
          </ac:spMkLst>
        </pc:spChg>
      </pc:sldChg>
      <pc:sldChg chg="modSp new del ord">
        <pc:chgData name="Hwayda Hwayda Bashair (1049850)" userId="S::1049850@hr.nl::cfc65a82-fb1c-475e-92d7-ff76e90f0086" providerId="AD" clId="Web-{8FE9F513-B649-A1AC-314F-48605AC42CFB}" dt="2025-04-11T10:04:29.282" v="143"/>
        <pc:sldMkLst>
          <pc:docMk/>
          <pc:sldMk cId="2890706921" sldId="290"/>
        </pc:sldMkLst>
        <pc:spChg chg="mod">
          <ac:chgData name="Hwayda Hwayda Bashair (1049850)" userId="S::1049850@hr.nl::cfc65a82-fb1c-475e-92d7-ff76e90f0086" providerId="AD" clId="Web-{8FE9F513-B649-A1AC-314F-48605AC42CFB}" dt="2025-04-11T09:57:59.051" v="12" actId="20577"/>
          <ac:spMkLst>
            <pc:docMk/>
            <pc:sldMk cId="2890706921" sldId="290"/>
            <ac:spMk id="2" creationId="{071CF38D-6F75-21E5-1F4D-7E0F268D062F}"/>
          </ac:spMkLst>
        </pc:spChg>
        <pc:spChg chg="mod">
          <ac:chgData name="Hwayda Hwayda Bashair (1049850)" userId="S::1049850@hr.nl::cfc65a82-fb1c-475e-92d7-ff76e90f0086" providerId="AD" clId="Web-{8FE9F513-B649-A1AC-314F-48605AC42CFB}" dt="2025-04-11T10:02:20.794" v="118" actId="20577"/>
          <ac:spMkLst>
            <pc:docMk/>
            <pc:sldMk cId="2890706921" sldId="290"/>
            <ac:spMk id="3" creationId="{24ECB615-228A-4A99-F0E6-80A5CEC7C2EB}"/>
          </ac:spMkLst>
        </pc:spChg>
      </pc:sldChg>
      <pc:sldChg chg="modSp del">
        <pc:chgData name="Hwayda Hwayda Bashair (1049850)" userId="S::1049850@hr.nl::cfc65a82-fb1c-475e-92d7-ff76e90f0086" providerId="AD" clId="Web-{8FE9F513-B649-A1AC-314F-48605AC42CFB}" dt="2025-04-11T11:45:46.237" v="436"/>
        <pc:sldMkLst>
          <pc:docMk/>
          <pc:sldMk cId="1133970940" sldId="291"/>
        </pc:sldMkLst>
        <pc:spChg chg="mod">
          <ac:chgData name="Hwayda Hwayda Bashair (1049850)" userId="S::1049850@hr.nl::cfc65a82-fb1c-475e-92d7-ff76e90f0086" providerId="AD" clId="Web-{8FE9F513-B649-A1AC-314F-48605AC42CFB}" dt="2025-04-11T10:22:23.692" v="262" actId="20577"/>
          <ac:spMkLst>
            <pc:docMk/>
            <pc:sldMk cId="1133970940" sldId="291"/>
            <ac:spMk id="3" creationId="{7D254907-3397-98F6-6970-3D316DF2B206}"/>
          </ac:spMkLst>
        </pc:spChg>
      </pc:sldChg>
      <pc:sldChg chg="modSp new ord">
        <pc:chgData name="Hwayda Hwayda Bashair (1049850)" userId="S::1049850@hr.nl::cfc65a82-fb1c-475e-92d7-ff76e90f0086" providerId="AD" clId="Web-{8FE9F513-B649-A1AC-314F-48605AC42CFB}" dt="2025-04-11T12:27:45.847" v="479" actId="20577"/>
        <pc:sldMkLst>
          <pc:docMk/>
          <pc:sldMk cId="1020942679" sldId="292"/>
        </pc:sldMkLst>
        <pc:spChg chg="mod">
          <ac:chgData name="Hwayda Hwayda Bashair (1049850)" userId="S::1049850@hr.nl::cfc65a82-fb1c-475e-92d7-ff76e90f0086" providerId="AD" clId="Web-{8FE9F513-B649-A1AC-314F-48605AC42CFB}" dt="2025-04-11T11:26:20.667" v="296" actId="20577"/>
          <ac:spMkLst>
            <pc:docMk/>
            <pc:sldMk cId="1020942679" sldId="292"/>
            <ac:spMk id="2" creationId="{4E06A54E-91CD-84B2-0756-6A685706D3BE}"/>
          </ac:spMkLst>
        </pc:spChg>
        <pc:spChg chg="mod">
          <ac:chgData name="Hwayda Hwayda Bashair (1049850)" userId="S::1049850@hr.nl::cfc65a82-fb1c-475e-92d7-ff76e90f0086" providerId="AD" clId="Web-{8FE9F513-B649-A1AC-314F-48605AC42CFB}" dt="2025-04-11T12:27:45.847" v="479" actId="20577"/>
          <ac:spMkLst>
            <pc:docMk/>
            <pc:sldMk cId="1020942679" sldId="292"/>
            <ac:spMk id="3" creationId="{47E3EC4F-1DDD-C49B-3BF3-B09F408D20EF}"/>
          </ac:spMkLst>
        </pc:spChg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idde Gerritsen (1079142)" userId="bd1019e9-fe7d-45bb-8938-4a3398eba8be" providerId="ADAL" clId="{8CC75E13-8196-8C4A-BF1B-A4F40094192E}"/>
    <pc:docChg chg="undo custSel addSld delSld modSld addSection delSection modSection">
      <pc:chgData name="Hidde Gerritsen (1079142)" userId="bd1019e9-fe7d-45bb-8938-4a3398eba8be" providerId="ADAL" clId="{8CC75E13-8196-8C4A-BF1B-A4F40094192E}" dt="2025-03-27T09:26:16.158" v="454" actId="1076"/>
      <pc:docMkLst>
        <pc:docMk/>
      </pc:docMkLst>
      <pc:sldChg chg="modSp mod">
        <pc:chgData name="Hidde Gerritsen (1079142)" userId="bd1019e9-fe7d-45bb-8938-4a3398eba8be" providerId="ADAL" clId="{8CC75E13-8196-8C4A-BF1B-A4F40094192E}" dt="2025-03-24T09:10:28.546" v="165" actId="1076"/>
        <pc:sldMkLst>
          <pc:docMk/>
          <pc:sldMk cId="1448387869" sldId="264"/>
        </pc:sldMkLst>
      </pc:sldChg>
      <pc:sldChg chg="modSp mod">
        <pc:chgData name="Hidde Gerritsen (1079142)" userId="bd1019e9-fe7d-45bb-8938-4a3398eba8be" providerId="ADAL" clId="{8CC75E13-8196-8C4A-BF1B-A4F40094192E}" dt="2025-03-24T09:19:36.610" v="334" actId="1076"/>
        <pc:sldMkLst>
          <pc:docMk/>
          <pc:sldMk cId="462427109" sldId="267"/>
        </pc:sldMkLst>
      </pc:sldChg>
      <pc:sldChg chg="modSp mod">
        <pc:chgData name="Hidde Gerritsen (1079142)" userId="bd1019e9-fe7d-45bb-8938-4a3398eba8be" providerId="ADAL" clId="{8CC75E13-8196-8C4A-BF1B-A4F40094192E}" dt="2025-03-24T09:05:34.239" v="1" actId="1076"/>
        <pc:sldMkLst>
          <pc:docMk/>
          <pc:sldMk cId="3316613587" sldId="268"/>
        </pc:sldMkLst>
      </pc:sldChg>
      <pc:sldChg chg="modSp mod">
        <pc:chgData name="Hidde Gerritsen (1079142)" userId="bd1019e9-fe7d-45bb-8938-4a3398eba8be" providerId="ADAL" clId="{8CC75E13-8196-8C4A-BF1B-A4F40094192E}" dt="2025-03-24T09:15:43.480" v="310"/>
        <pc:sldMkLst>
          <pc:docMk/>
          <pc:sldMk cId="2830931085" sldId="273"/>
        </pc:sldMkLst>
      </pc:sldChg>
      <pc:sldChg chg="addSp delSp modSp del mod">
        <pc:chgData name="Hidde Gerritsen (1079142)" userId="bd1019e9-fe7d-45bb-8938-4a3398eba8be" providerId="ADAL" clId="{8CC75E13-8196-8C4A-BF1B-A4F40094192E}" dt="2025-03-24T09:10:39.176" v="166" actId="2696"/>
        <pc:sldMkLst>
          <pc:docMk/>
          <pc:sldMk cId="88598599" sldId="275"/>
        </pc:sldMkLst>
      </pc:sldChg>
      <pc:sldChg chg="addSp delSp modSp add mod">
        <pc:chgData name="Hidde Gerritsen (1079142)" userId="bd1019e9-fe7d-45bb-8938-4a3398eba8be" providerId="ADAL" clId="{8CC75E13-8196-8C4A-BF1B-A4F40094192E}" dt="2025-03-24T09:07:17.773" v="19" actId="20577"/>
        <pc:sldMkLst>
          <pc:docMk/>
          <pc:sldMk cId="2937471029" sldId="276"/>
        </pc:sldMkLst>
      </pc:sldChg>
      <pc:sldChg chg="addSp delSp modSp add mod">
        <pc:chgData name="Hidde Gerritsen (1079142)" userId="bd1019e9-fe7d-45bb-8938-4a3398eba8be" providerId="ADAL" clId="{8CC75E13-8196-8C4A-BF1B-A4F40094192E}" dt="2025-03-27T09:26:16.158" v="454" actId="1076"/>
        <pc:sldMkLst>
          <pc:docMk/>
          <pc:sldMk cId="3966701848" sldId="277"/>
        </pc:sldMkLst>
      </pc:sldChg>
      <pc:sldChg chg="addSp delSp modSp add del mod">
        <pc:chgData name="Hidde Gerritsen (1079142)" userId="bd1019e9-fe7d-45bb-8938-4a3398eba8be" providerId="ADAL" clId="{8CC75E13-8196-8C4A-BF1B-A4F40094192E}" dt="2025-03-24T09:26:30.103" v="382" actId="2696"/>
        <pc:sldMkLst>
          <pc:docMk/>
          <pc:sldMk cId="3073004988" sldId="278"/>
        </pc:sldMkLst>
      </pc:sldChg>
      <pc:sldChg chg="addSp delSp modSp add mod">
        <pc:chgData name="Hidde Gerritsen (1079142)" userId="bd1019e9-fe7d-45bb-8938-4a3398eba8be" providerId="ADAL" clId="{8CC75E13-8196-8C4A-BF1B-A4F40094192E}" dt="2025-03-24T09:26:45.944" v="452" actId="20577"/>
        <pc:sldMkLst>
          <pc:docMk/>
          <pc:sldMk cId="3888164645" sldId="279"/>
        </pc:sldMkLst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Hidde Gerritsen (1079142)" userId="bd1019e9-fe7d-45bb-8938-4a3398eba8be" providerId="ADAL" clId="{0807FE86-23E6-454B-A825-E6C6C7C15B32}"/>
    <pc:docChg chg="undo custSel addSld delSld modSld sldOrd">
      <pc:chgData name="Hidde Gerritsen (1079142)" userId="bd1019e9-fe7d-45bb-8938-4a3398eba8be" providerId="ADAL" clId="{0807FE86-23E6-454B-A825-E6C6C7C15B32}" dt="2025-04-11T12:29:15.485" v="1233" actId="20577"/>
      <pc:docMkLst>
        <pc:docMk/>
      </pc:docMkLst>
      <pc:sldChg chg="modSp mod">
        <pc:chgData name="Hidde Gerritsen (1079142)" userId="bd1019e9-fe7d-45bb-8938-4a3398eba8be" providerId="ADAL" clId="{0807FE86-23E6-454B-A825-E6C6C7C15B32}" dt="2025-04-11T12:29:15.485" v="1233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0807FE86-23E6-454B-A825-E6C6C7C15B32}" dt="2025-04-10T10:27:21.028" v="91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0807FE86-23E6-454B-A825-E6C6C7C15B32}" dt="2025-04-11T12:29:15.485" v="1233" actId="20577"/>
          <ac:spMkLst>
            <pc:docMk/>
            <pc:sldMk cId="3881030924" sldId="260"/>
            <ac:spMk id="3" creationId="{8CFFE4F0-96B8-8664-8AA0-F016386C1D27}"/>
          </ac:spMkLst>
        </pc:spChg>
        <pc:picChg chg="mod">
          <ac:chgData name="Hidde Gerritsen (1079142)" userId="bd1019e9-fe7d-45bb-8938-4a3398eba8be" providerId="ADAL" clId="{0807FE86-23E6-454B-A825-E6C6C7C15B32}" dt="2025-04-10T11:08:45.373" v="639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">
        <pc:chgData name="Hidde Gerritsen (1079142)" userId="bd1019e9-fe7d-45bb-8938-4a3398eba8be" providerId="ADAL" clId="{0807FE86-23E6-454B-A825-E6C6C7C15B32}" dt="2025-04-10T11:22:24.596" v="723" actId="1076"/>
        <pc:sldMkLst>
          <pc:docMk/>
          <pc:sldMk cId="462427109" sldId="267"/>
        </pc:sldMkLst>
        <pc:spChg chg="mod">
          <ac:chgData name="Hidde Gerritsen (1079142)" userId="bd1019e9-fe7d-45bb-8938-4a3398eba8be" providerId="ADAL" clId="{0807FE86-23E6-454B-A825-E6C6C7C15B32}" dt="2025-04-10T11:22:17.212" v="720" actId="1076"/>
          <ac:spMkLst>
            <pc:docMk/>
            <pc:sldMk cId="462427109" sldId="267"/>
            <ac:spMk id="2" creationId="{8D3BB8E0-DAF4-154A-67D6-C32EBA868364}"/>
          </ac:spMkLst>
        </pc:spChg>
        <pc:spChg chg="del">
          <ac:chgData name="Hidde Gerritsen (1079142)" userId="bd1019e9-fe7d-45bb-8938-4a3398eba8be" providerId="ADAL" clId="{0807FE86-23E6-454B-A825-E6C6C7C15B32}" dt="2025-04-10T11:22:20.866" v="721" actId="21"/>
          <ac:spMkLst>
            <pc:docMk/>
            <pc:sldMk cId="462427109" sldId="267"/>
            <ac:spMk id="3" creationId="{04FE7EAC-2576-1320-3389-A13125ED8382}"/>
          </ac:spMkLst>
        </pc:spChg>
        <pc:picChg chg="add mod">
          <ac:chgData name="Hidde Gerritsen (1079142)" userId="bd1019e9-fe7d-45bb-8938-4a3398eba8be" providerId="ADAL" clId="{0807FE86-23E6-454B-A825-E6C6C7C15B32}" dt="2025-04-10T11:22:24.596" v="723" actId="1076"/>
          <ac:picMkLst>
            <pc:docMk/>
            <pc:sldMk cId="462427109" sldId="267"/>
            <ac:picMk id="5" creationId="{BFE7682E-A3DB-EA21-E760-2FAF555721B3}"/>
          </ac:picMkLst>
        </pc:picChg>
      </pc:sldChg>
      <pc:sldChg chg="del">
        <pc:chgData name="Hidde Gerritsen (1079142)" userId="bd1019e9-fe7d-45bb-8938-4a3398eba8be" providerId="ADAL" clId="{0807FE86-23E6-454B-A825-E6C6C7C15B32}" dt="2025-04-10T11:19:57.330" v="679" actId="2696"/>
        <pc:sldMkLst>
          <pc:docMk/>
          <pc:sldMk cId="1925568384" sldId="272"/>
        </pc:sldMkLst>
      </pc:sldChg>
      <pc:sldChg chg="modSp add mod">
        <pc:chgData name="Hidde Gerritsen (1079142)" userId="bd1019e9-fe7d-45bb-8938-4a3398eba8be" providerId="ADAL" clId="{0807FE86-23E6-454B-A825-E6C6C7C15B32}" dt="2025-04-11T12:28:53.428" v="1229" actId="20577"/>
        <pc:sldMkLst>
          <pc:docMk/>
          <pc:sldMk cId="723969862" sldId="280"/>
        </pc:sldMkLst>
        <pc:spChg chg="mod">
          <ac:chgData name="Hidde Gerritsen (1079142)" userId="bd1019e9-fe7d-45bb-8938-4a3398eba8be" providerId="ADAL" clId="{0807FE86-23E6-454B-A825-E6C6C7C15B32}" dt="2025-04-10T10:25:07.406" v="6" actId="20577"/>
          <ac:spMkLst>
            <pc:docMk/>
            <pc:sldMk cId="723969862" sldId="280"/>
            <ac:spMk id="2" creationId="{0C77E618-F61D-4F69-1ED2-06927D02EBF1}"/>
          </ac:spMkLst>
        </pc:spChg>
        <pc:spChg chg="mod">
          <ac:chgData name="Hidde Gerritsen (1079142)" userId="bd1019e9-fe7d-45bb-8938-4a3398eba8be" providerId="ADAL" clId="{0807FE86-23E6-454B-A825-E6C6C7C15B32}" dt="2025-04-11T12:28:53.428" v="1229" actId="20577"/>
          <ac:spMkLst>
            <pc:docMk/>
            <pc:sldMk cId="723969862" sldId="280"/>
            <ac:spMk id="3" creationId="{6A039E27-B788-1EA0-D3F4-B9CAA3BF7B8C}"/>
          </ac:spMkLst>
        </pc:spChg>
      </pc:sldChg>
      <pc:sldChg chg="addSp delSp modSp add mod ord">
        <pc:chgData name="Hidde Gerritsen (1079142)" userId="bd1019e9-fe7d-45bb-8938-4a3398eba8be" providerId="ADAL" clId="{0807FE86-23E6-454B-A825-E6C6C7C15B32}" dt="2025-04-11T09:28:10.962" v="867" actId="1076"/>
        <pc:sldMkLst>
          <pc:docMk/>
          <pc:sldMk cId="4235356673" sldId="281"/>
        </pc:sldMkLst>
        <pc:spChg chg="del mod">
          <ac:chgData name="Hidde Gerritsen (1079142)" userId="bd1019e9-fe7d-45bb-8938-4a3398eba8be" providerId="ADAL" clId="{0807FE86-23E6-454B-A825-E6C6C7C15B32}" dt="2025-04-10T11:11:31.587" v="656" actId="21"/>
          <ac:spMkLst>
            <pc:docMk/>
            <pc:sldMk cId="4235356673" sldId="281"/>
            <ac:spMk id="2" creationId="{BDA0697E-7A65-1701-33FF-67D5C52A9745}"/>
          </ac:spMkLst>
        </pc:spChg>
        <pc:spChg chg="del">
          <ac:chgData name="Hidde Gerritsen (1079142)" userId="bd1019e9-fe7d-45bb-8938-4a3398eba8be" providerId="ADAL" clId="{0807FE86-23E6-454B-A825-E6C6C7C15B32}" dt="2025-04-10T11:10:29.568" v="645" actId="21"/>
          <ac:spMkLst>
            <pc:docMk/>
            <pc:sldMk cId="4235356673" sldId="281"/>
            <ac:spMk id="3" creationId="{EEFC0D06-EC2F-307E-06BF-F09F08D1E065}"/>
          </ac:spMkLst>
        </pc:spChg>
        <pc:spChg chg="add del mod">
          <ac:chgData name="Hidde Gerritsen (1079142)" userId="bd1019e9-fe7d-45bb-8938-4a3398eba8be" providerId="ADAL" clId="{0807FE86-23E6-454B-A825-E6C6C7C15B32}" dt="2025-04-10T11:11:35.487" v="657" actId="21"/>
          <ac:spMkLst>
            <pc:docMk/>
            <pc:sldMk cId="4235356673" sldId="281"/>
            <ac:spMk id="8" creationId="{B8CF58B9-7427-EFD2-53FC-15C08583C4C2}"/>
          </ac:spMkLst>
        </pc:spChg>
        <pc:spChg chg="add del mod">
          <ac:chgData name="Hidde Gerritsen (1079142)" userId="bd1019e9-fe7d-45bb-8938-4a3398eba8be" providerId="ADAL" clId="{0807FE86-23E6-454B-A825-E6C6C7C15B32}" dt="2025-04-10T11:20:01.764" v="682"/>
          <ac:spMkLst>
            <pc:docMk/>
            <pc:sldMk cId="4235356673" sldId="281"/>
            <ac:spMk id="9" creationId="{0F75FCB4-9CB3-B479-17CF-A8D266FA38A3}"/>
          </ac:spMkLst>
        </pc:spChg>
        <pc:spChg chg="add mod">
          <ac:chgData name="Hidde Gerritsen (1079142)" userId="bd1019e9-fe7d-45bb-8938-4a3398eba8be" providerId="ADAL" clId="{0807FE86-23E6-454B-A825-E6C6C7C15B32}" dt="2025-04-10T11:20:15.414" v="688" actId="1076"/>
          <ac:spMkLst>
            <pc:docMk/>
            <pc:sldMk cId="4235356673" sldId="281"/>
            <ac:spMk id="10" creationId="{3A728BCB-E953-7BF6-35DF-C45E8A0A5ED0}"/>
          </ac:spMkLst>
        </pc:spChg>
        <pc:picChg chg="add mod">
          <ac:chgData name="Hidde Gerritsen (1079142)" userId="bd1019e9-fe7d-45bb-8938-4a3398eba8be" providerId="ADAL" clId="{0807FE86-23E6-454B-A825-E6C6C7C15B32}" dt="2025-04-11T09:28:10.962" v="867" actId="1076"/>
          <ac:picMkLst>
            <pc:docMk/>
            <pc:sldMk cId="4235356673" sldId="281"/>
            <ac:picMk id="6" creationId="{07F9B937-0EF2-19C8-6590-1B3ACABB6D1A}"/>
          </ac:picMkLst>
        </pc:picChg>
      </pc:sldChg>
      <pc:sldChg chg="modSp mod">
        <pc:chgData name="Hidde Gerritsen (1079142)" userId="bd1019e9-fe7d-45bb-8938-4a3398eba8be" providerId="ADAL" clId="{0807FE86-23E6-454B-A825-E6C6C7C15B32}" dt="2025-04-11T10:05:14.510" v="1222" actId="20577"/>
        <pc:sldMkLst>
          <pc:docMk/>
          <pc:sldMk cId="1341600272" sldId="282"/>
        </pc:sldMkLst>
        <pc:spChg chg="mod">
          <ac:chgData name="Hidde Gerritsen (1079142)" userId="bd1019e9-fe7d-45bb-8938-4a3398eba8be" providerId="ADAL" clId="{0807FE86-23E6-454B-A825-E6C6C7C15B32}" dt="2025-04-11T10:05:14.510" v="1222" actId="20577"/>
          <ac:spMkLst>
            <pc:docMk/>
            <pc:sldMk cId="1341600272" sldId="282"/>
            <ac:spMk id="3" creationId="{F1622498-20F7-6670-F24C-BCD8A6D5CB60}"/>
          </ac:spMkLst>
        </pc:spChg>
      </pc:sldChg>
      <pc:sldChg chg="addSp delSp modSp add del mod ord setBg">
        <pc:chgData name="Hidde Gerritsen (1079142)" userId="bd1019e9-fe7d-45bb-8938-4a3398eba8be" providerId="ADAL" clId="{0807FE86-23E6-454B-A825-E6C6C7C15B32}" dt="2025-04-11T09:28:05.341" v="866" actId="2696"/>
        <pc:sldMkLst>
          <pc:docMk/>
          <pc:sldMk cId="1678497714" sldId="283"/>
        </pc:sldMkLst>
        <pc:spChg chg="mod">
          <ac:chgData name="Hidde Gerritsen (1079142)" userId="bd1019e9-fe7d-45bb-8938-4a3398eba8be" providerId="ADAL" clId="{0807FE86-23E6-454B-A825-E6C6C7C15B32}" dt="2025-04-10T11:08:12.083" v="634" actId="26606"/>
          <ac:spMkLst>
            <pc:docMk/>
            <pc:sldMk cId="1678497714" sldId="283"/>
            <ac:spMk id="2" creationId="{AB9939B6-49FE-4CE5-E5DF-85551A47995D}"/>
          </ac:spMkLst>
        </pc:spChg>
        <pc:spChg chg="add del mod ord">
          <ac:chgData name="Hidde Gerritsen (1079142)" userId="bd1019e9-fe7d-45bb-8938-4a3398eba8be" providerId="ADAL" clId="{0807FE86-23E6-454B-A825-E6C6C7C15B32}" dt="2025-04-10T11:08:12.083" v="634" actId="26606"/>
          <ac:spMkLst>
            <pc:docMk/>
            <pc:sldMk cId="1678497714" sldId="283"/>
            <ac:spMk id="3" creationId="{F2E73513-FAF2-180A-4B1A-88ED1AF6E5A6}"/>
          </ac:spMkLst>
        </pc:spChg>
        <pc:spChg chg="add">
          <ac:chgData name="Hidde Gerritsen (1079142)" userId="bd1019e9-fe7d-45bb-8938-4a3398eba8be" providerId="ADAL" clId="{0807FE86-23E6-454B-A825-E6C6C7C15B32}" dt="2025-04-10T11:05:42.811" v="617" actId="22"/>
          <ac:spMkLst>
            <pc:docMk/>
            <pc:sldMk cId="1678497714" sldId="283"/>
            <ac:spMk id="6" creationId="{9EDADBA4-6BC6-30F6-A468-6EC546DA9332}"/>
          </ac:spMkLst>
        </pc:spChg>
        <pc:spChg chg="add">
          <ac:chgData name="Hidde Gerritsen (1079142)" userId="bd1019e9-fe7d-45bb-8938-4a3398eba8be" providerId="ADAL" clId="{0807FE86-23E6-454B-A825-E6C6C7C15B32}" dt="2025-04-10T11:05:55.971" v="618" actId="22"/>
          <ac:spMkLst>
            <pc:docMk/>
            <pc:sldMk cId="1678497714" sldId="283"/>
            <ac:spMk id="8" creationId="{ACA97D1F-4D31-D5EB-0522-73DF721AD706}"/>
          </ac:spMkLst>
        </pc:spChg>
        <pc:spChg chg="add">
          <ac:chgData name="Hidde Gerritsen (1079142)" userId="bd1019e9-fe7d-45bb-8938-4a3398eba8be" providerId="ADAL" clId="{0807FE86-23E6-454B-A825-E6C6C7C15B32}" dt="2025-04-10T11:06:01.302" v="619" actId="22"/>
          <ac:spMkLst>
            <pc:docMk/>
            <pc:sldMk cId="1678497714" sldId="283"/>
            <ac:spMk id="10" creationId="{41624A8C-FE80-DA60-D97F-E4E1105AE441}"/>
          </ac:spMkLst>
        </pc:spChg>
        <pc:spChg chg="add">
          <ac:chgData name="Hidde Gerritsen (1079142)" userId="bd1019e9-fe7d-45bb-8938-4a3398eba8be" providerId="ADAL" clId="{0807FE86-23E6-454B-A825-E6C6C7C15B32}" dt="2025-04-10T11:08:12.083" v="634" actId="26606"/>
          <ac:spMkLst>
            <pc:docMk/>
            <pc:sldMk cId="1678497714" sldId="283"/>
            <ac:spMk id="17" creationId="{C169E84F-4748-4D61-A105-357962627A38}"/>
          </ac:spMkLst>
        </pc:spChg>
        <pc:graphicFrameChg chg="add del">
          <ac:chgData name="Hidde Gerritsen (1079142)" userId="bd1019e9-fe7d-45bb-8938-4a3398eba8be" providerId="ADAL" clId="{0807FE86-23E6-454B-A825-E6C6C7C15B32}" dt="2025-04-10T11:08:02.067" v="633" actId="26606"/>
          <ac:graphicFrameMkLst>
            <pc:docMk/>
            <pc:sldMk cId="1678497714" sldId="283"/>
            <ac:graphicFrameMk id="14" creationId="{F138933B-D88E-EC9D-4C80-F3233BECF528}"/>
          </ac:graphicFrameMkLst>
        </pc:graphicFrameChg>
        <pc:picChg chg="mod">
          <ac:chgData name="Hidde Gerritsen (1079142)" userId="bd1019e9-fe7d-45bb-8938-4a3398eba8be" providerId="ADAL" clId="{0807FE86-23E6-454B-A825-E6C6C7C15B32}" dt="2025-04-10T11:08:18.027" v="635" actId="27614"/>
          <ac:picMkLst>
            <pc:docMk/>
            <pc:sldMk cId="1678497714" sldId="283"/>
            <ac:picMk id="4" creationId="{BCA9E11F-0283-FA84-8EFE-6392E0DC7ED6}"/>
          </ac:picMkLst>
        </pc:picChg>
        <pc:picChg chg="add mod ord">
          <ac:chgData name="Hidde Gerritsen (1079142)" userId="bd1019e9-fe7d-45bb-8938-4a3398eba8be" providerId="ADAL" clId="{0807FE86-23E6-454B-A825-E6C6C7C15B32}" dt="2025-04-10T11:18:53.047" v="674" actId="1076"/>
          <ac:picMkLst>
            <pc:docMk/>
            <pc:sldMk cId="1678497714" sldId="283"/>
            <ac:picMk id="12" creationId="{5A3777C7-AEE3-6DAF-C919-5FABB9098661}"/>
          </ac:picMkLst>
        </pc:picChg>
      </pc:sldChg>
      <pc:sldChg chg="add">
        <pc:chgData name="Hidde Gerritsen (1079142)" userId="bd1019e9-fe7d-45bb-8938-4a3398eba8be" providerId="ADAL" clId="{0807FE86-23E6-454B-A825-E6C6C7C15B32}" dt="2025-04-10T10:41:38.956" v="201" actId="2890"/>
        <pc:sldMkLst>
          <pc:docMk/>
          <pc:sldMk cId="2588948743" sldId="283"/>
        </pc:sldMkLst>
      </pc:sldChg>
      <pc:sldChg chg="delSp add mod">
        <pc:chgData name="Hidde Gerritsen (1079142)" userId="bd1019e9-fe7d-45bb-8938-4a3398eba8be" providerId="ADAL" clId="{0807FE86-23E6-454B-A825-E6C6C7C15B32}" dt="2025-04-10T11:11:18.488" v="655" actId="478"/>
        <pc:sldMkLst>
          <pc:docMk/>
          <pc:sldMk cId="3980095435" sldId="284"/>
        </pc:sldMkLst>
        <pc:picChg chg="del">
          <ac:chgData name="Hidde Gerritsen (1079142)" userId="bd1019e9-fe7d-45bb-8938-4a3398eba8be" providerId="ADAL" clId="{0807FE86-23E6-454B-A825-E6C6C7C15B32}" dt="2025-04-10T11:11:18.488" v="655" actId="478"/>
          <ac:picMkLst>
            <pc:docMk/>
            <pc:sldMk cId="3980095435" sldId="284"/>
            <ac:picMk id="6" creationId="{A30248C2-EE3A-C827-A2F2-EBA20848C7EB}"/>
          </ac:picMkLst>
        </pc:picChg>
      </pc:sldChg>
      <pc:sldChg chg="addSp delSp modSp add mod setBg setClrOvrMap">
        <pc:chgData name="Hidde Gerritsen (1079142)" userId="bd1019e9-fe7d-45bb-8938-4a3398eba8be" providerId="ADAL" clId="{0807FE86-23E6-454B-A825-E6C6C7C15B32}" dt="2025-04-10T11:21:17.566" v="710" actId="20577"/>
        <pc:sldMkLst>
          <pc:docMk/>
          <pc:sldMk cId="2155187702" sldId="286"/>
        </pc:sldMkLst>
        <pc:spChg chg="add mod">
          <ac:chgData name="Hidde Gerritsen (1079142)" userId="bd1019e9-fe7d-45bb-8938-4a3398eba8be" providerId="ADAL" clId="{0807FE86-23E6-454B-A825-E6C6C7C15B32}" dt="2025-04-10T11:21:17.566" v="710" actId="20577"/>
          <ac:spMkLst>
            <pc:docMk/>
            <pc:sldMk cId="2155187702" sldId="286"/>
            <ac:spMk id="3" creationId="{881421A9-0230-05AD-BCD6-DE667F3513CA}"/>
          </ac:spMkLst>
        </pc:spChg>
        <pc:spChg chg="add del">
          <ac:chgData name="Hidde Gerritsen (1079142)" userId="bd1019e9-fe7d-45bb-8938-4a3398eba8be" providerId="ADAL" clId="{0807FE86-23E6-454B-A825-E6C6C7C15B32}" dt="2025-04-10T11:17:46.884" v="666" actId="26606"/>
          <ac:spMkLst>
            <pc:docMk/>
            <pc:sldMk cId="2155187702" sldId="286"/>
            <ac:spMk id="52" creationId="{32ECEA04-4A3B-47B4-9C7B-2250CDB2DC3C}"/>
          </ac:spMkLst>
        </pc:spChg>
        <pc:spChg chg="add del">
          <ac:chgData name="Hidde Gerritsen (1079142)" userId="bd1019e9-fe7d-45bb-8938-4a3398eba8be" providerId="ADAL" clId="{0807FE86-23E6-454B-A825-E6C6C7C15B32}" dt="2025-04-10T11:17:46.884" v="666" actId="26606"/>
          <ac:spMkLst>
            <pc:docMk/>
            <pc:sldMk cId="2155187702" sldId="286"/>
            <ac:spMk id="54" creationId="{ADF1CA32-CD79-4D8A-A1C4-B962B584B184}"/>
          </ac:spMkLst>
        </pc:spChg>
        <pc:spChg chg="add del">
          <ac:chgData name="Hidde Gerritsen (1079142)" userId="bd1019e9-fe7d-45bb-8938-4a3398eba8be" providerId="ADAL" clId="{0807FE86-23E6-454B-A825-E6C6C7C15B32}" dt="2025-04-10T11:17:46.884" v="666" actId="26606"/>
          <ac:spMkLst>
            <pc:docMk/>
            <pc:sldMk cId="2155187702" sldId="286"/>
            <ac:spMk id="56" creationId="{DCBBA77A-88D7-46A9-976F-7E48DA493042}"/>
          </ac:spMkLst>
        </pc:spChg>
        <pc:spChg chg="add del">
          <ac:chgData name="Hidde Gerritsen (1079142)" userId="bd1019e9-fe7d-45bb-8938-4a3398eba8be" providerId="ADAL" clId="{0807FE86-23E6-454B-A825-E6C6C7C15B32}" dt="2025-04-10T11:17:46.884" v="666" actId="26606"/>
          <ac:spMkLst>
            <pc:docMk/>
            <pc:sldMk cId="2155187702" sldId="286"/>
            <ac:spMk id="58" creationId="{2B6BE687-FCB6-468A-848F-21C72B2EF318}"/>
          </ac:spMkLst>
        </pc:spChg>
        <pc:grpChg chg="add del">
          <ac:chgData name="Hidde Gerritsen (1079142)" userId="bd1019e9-fe7d-45bb-8938-4a3398eba8be" providerId="ADAL" clId="{0807FE86-23E6-454B-A825-E6C6C7C15B32}" dt="2025-04-10T11:17:46.884" v="666" actId="26606"/>
          <ac:grpSpMkLst>
            <pc:docMk/>
            <pc:sldMk cId="2155187702" sldId="286"/>
            <ac:grpSpMk id="11" creationId="{72A9CFA7-7B9A-4AD7-AB70-C7667C5948CD}"/>
          </ac:grpSpMkLst>
        </pc:grpChg>
        <pc:picChg chg="add mod">
          <ac:chgData name="Hidde Gerritsen (1079142)" userId="bd1019e9-fe7d-45bb-8938-4a3398eba8be" providerId="ADAL" clId="{0807FE86-23E6-454B-A825-E6C6C7C15B32}" dt="2025-04-10T11:21:13.064" v="691" actId="1076"/>
          <ac:picMkLst>
            <pc:docMk/>
            <pc:sldMk cId="2155187702" sldId="286"/>
            <ac:picMk id="2" creationId="{C893F53B-6AA3-E5A1-BCB0-F0C9B102F4F8}"/>
          </ac:picMkLst>
        </pc:picChg>
        <pc:picChg chg="mod ord">
          <ac:chgData name="Hidde Gerritsen (1079142)" userId="bd1019e9-fe7d-45bb-8938-4a3398eba8be" providerId="ADAL" clId="{0807FE86-23E6-454B-A825-E6C6C7C15B32}" dt="2025-04-10T11:17:46.884" v="666" actId="26606"/>
          <ac:picMkLst>
            <pc:docMk/>
            <pc:sldMk cId="2155187702" sldId="286"/>
            <ac:picMk id="4" creationId="{B0FB90C2-C3A5-6C81-C3B5-CC6600BF1B4D}"/>
          </ac:picMkLst>
        </pc:picChg>
        <pc:picChg chg="del">
          <ac:chgData name="Hidde Gerritsen (1079142)" userId="bd1019e9-fe7d-45bb-8938-4a3398eba8be" providerId="ADAL" clId="{0807FE86-23E6-454B-A825-E6C6C7C15B32}" dt="2025-04-10T11:17:42.523" v="659" actId="478"/>
          <ac:picMkLst>
            <pc:docMk/>
            <pc:sldMk cId="2155187702" sldId="286"/>
            <ac:picMk id="6" creationId="{65D83F13-4B8D-F29C-1E24-777F46F960D2}"/>
          </ac:picMkLst>
        </pc:picChg>
        <pc:picChg chg="add del">
          <ac:chgData name="Hidde Gerritsen (1079142)" userId="bd1019e9-fe7d-45bb-8938-4a3398eba8be" providerId="ADAL" clId="{0807FE86-23E6-454B-A825-E6C6C7C15B32}" dt="2025-04-10T11:17:46.884" v="666" actId="26606"/>
          <ac:picMkLst>
            <pc:docMk/>
            <pc:sldMk cId="2155187702" sldId="286"/>
            <ac:picMk id="9" creationId="{B882E441-FBBB-4BE0-AD21-E7ADF5F6A469}"/>
          </ac:picMkLst>
        </pc:picChg>
      </pc:sldChg>
      <pc:sldChg chg="addSp delSp modSp add del mod">
        <pc:chgData name="Hidde Gerritsen (1079142)" userId="bd1019e9-fe7d-45bb-8938-4a3398eba8be" providerId="ADAL" clId="{0807FE86-23E6-454B-A825-E6C6C7C15B32}" dt="2025-04-11T09:49:53.201" v="1114" actId="2696"/>
        <pc:sldMkLst>
          <pc:docMk/>
          <pc:sldMk cId="2462776191" sldId="287"/>
        </pc:sldMkLst>
        <pc:spChg chg="mod">
          <ac:chgData name="Hidde Gerritsen (1079142)" userId="bd1019e9-fe7d-45bb-8938-4a3398eba8be" providerId="ADAL" clId="{0807FE86-23E6-454B-A825-E6C6C7C15B32}" dt="2025-04-10T11:23:35.428" v="726" actId="1076"/>
          <ac:spMkLst>
            <pc:docMk/>
            <pc:sldMk cId="2462776191" sldId="287"/>
            <ac:spMk id="2" creationId="{3BDC7B92-677C-4697-835B-362996FA3A68}"/>
          </ac:spMkLst>
        </pc:spChg>
        <pc:spChg chg="add del">
          <ac:chgData name="Hidde Gerritsen (1079142)" userId="bd1019e9-fe7d-45bb-8938-4a3398eba8be" providerId="ADAL" clId="{0807FE86-23E6-454B-A825-E6C6C7C15B32}" dt="2025-04-10T11:24:05.299" v="757" actId="21"/>
          <ac:spMkLst>
            <pc:docMk/>
            <pc:sldMk cId="2462776191" sldId="287"/>
            <ac:spMk id="3" creationId="{311F19D6-4DCF-B69A-95CE-AAF15E72A9EE}"/>
          </ac:spMkLst>
        </pc:spChg>
        <pc:spChg chg="add del mod">
          <ac:chgData name="Hidde Gerritsen (1079142)" userId="bd1019e9-fe7d-45bb-8938-4a3398eba8be" providerId="ADAL" clId="{0807FE86-23E6-454B-A825-E6C6C7C15B32}" dt="2025-04-10T11:24:05.299" v="757" actId="21"/>
          <ac:spMkLst>
            <pc:docMk/>
            <pc:sldMk cId="2462776191" sldId="287"/>
            <ac:spMk id="6" creationId="{1E487930-8997-7902-6AD8-00246E5676CC}"/>
          </ac:spMkLst>
        </pc:spChg>
        <pc:spChg chg="add mod">
          <ac:chgData name="Hidde Gerritsen (1079142)" userId="bd1019e9-fe7d-45bb-8938-4a3398eba8be" providerId="ADAL" clId="{0807FE86-23E6-454B-A825-E6C6C7C15B32}" dt="2025-04-10T11:23:41.221" v="729"/>
          <ac:spMkLst>
            <pc:docMk/>
            <pc:sldMk cId="2462776191" sldId="287"/>
            <ac:spMk id="7" creationId="{6B9A72D0-082D-8637-1F7E-2609508D8BF9}"/>
          </ac:spMkLst>
        </pc:spChg>
      </pc:sldChg>
      <pc:sldChg chg="add del">
        <pc:chgData name="Hidde Gerritsen (1079142)" userId="bd1019e9-fe7d-45bb-8938-4a3398eba8be" providerId="ADAL" clId="{0807FE86-23E6-454B-A825-E6C6C7C15B32}" dt="2025-04-10T11:22:28.512" v="724" actId="2696"/>
        <pc:sldMkLst>
          <pc:docMk/>
          <pc:sldMk cId="4169359090" sldId="287"/>
        </pc:sldMkLst>
      </pc:sldChg>
      <pc:sldChg chg="modSp add mod">
        <pc:chgData name="Hidde Gerritsen (1079142)" userId="bd1019e9-fe7d-45bb-8938-4a3398eba8be" providerId="ADAL" clId="{0807FE86-23E6-454B-A825-E6C6C7C15B32}" dt="2025-04-11T09:27:49.860" v="865" actId="1076"/>
        <pc:sldMkLst>
          <pc:docMk/>
          <pc:sldMk cId="487924892" sldId="288"/>
        </pc:sldMkLst>
        <pc:spChg chg="mod">
          <ac:chgData name="Hidde Gerritsen (1079142)" userId="bd1019e9-fe7d-45bb-8938-4a3398eba8be" providerId="ADAL" clId="{0807FE86-23E6-454B-A825-E6C6C7C15B32}" dt="2025-04-11T09:26:49.782" v="839" actId="20577"/>
          <ac:spMkLst>
            <pc:docMk/>
            <pc:sldMk cId="487924892" sldId="288"/>
            <ac:spMk id="2" creationId="{D1C7AAB8-5076-DECC-1928-911771ABD3A9}"/>
          </ac:spMkLst>
        </pc:spChg>
        <pc:spChg chg="mod">
          <ac:chgData name="Hidde Gerritsen (1079142)" userId="bd1019e9-fe7d-45bb-8938-4a3398eba8be" providerId="ADAL" clId="{0807FE86-23E6-454B-A825-E6C6C7C15B32}" dt="2025-04-11T09:27:49.860" v="865" actId="1076"/>
          <ac:spMkLst>
            <pc:docMk/>
            <pc:sldMk cId="487924892" sldId="288"/>
            <ac:spMk id="3" creationId="{9D5EE233-34D7-EDA1-0EE8-BF259914A303}"/>
          </ac:spMkLst>
        </pc:spChg>
      </pc:sldChg>
      <pc:sldChg chg="addSp delSp modSp new mod">
        <pc:chgData name="Hidde Gerritsen (1079142)" userId="bd1019e9-fe7d-45bb-8938-4a3398eba8be" providerId="ADAL" clId="{0807FE86-23E6-454B-A825-E6C6C7C15B32}" dt="2025-04-11T09:49:00.162" v="1113" actId="2085"/>
        <pc:sldMkLst>
          <pc:docMk/>
          <pc:sldMk cId="2757928820" sldId="289"/>
        </pc:sldMkLst>
        <pc:spChg chg="del">
          <ac:chgData name="Hidde Gerritsen (1079142)" userId="bd1019e9-fe7d-45bb-8938-4a3398eba8be" providerId="ADAL" clId="{0807FE86-23E6-454B-A825-E6C6C7C15B32}" dt="2025-04-11T09:30:47.848" v="886" actId="21"/>
          <ac:spMkLst>
            <pc:docMk/>
            <pc:sldMk cId="2757928820" sldId="289"/>
            <ac:spMk id="2" creationId="{7B53F038-B2B7-AB78-0AF9-A86DC5676C89}"/>
          </ac:spMkLst>
        </pc:spChg>
        <pc:spChg chg="del">
          <ac:chgData name="Hidde Gerritsen (1079142)" userId="bd1019e9-fe7d-45bb-8938-4a3398eba8be" providerId="ADAL" clId="{0807FE86-23E6-454B-A825-E6C6C7C15B32}" dt="2025-04-11T09:30:38.537" v="882" actId="21"/>
          <ac:spMkLst>
            <pc:docMk/>
            <pc:sldMk cId="2757928820" sldId="289"/>
            <ac:spMk id="3" creationId="{35FD1437-0811-21FB-07E7-2250B46897E1}"/>
          </ac:spMkLst>
        </pc:spChg>
        <pc:spChg chg="add mod">
          <ac:chgData name="Hidde Gerritsen (1079142)" userId="bd1019e9-fe7d-45bb-8938-4a3398eba8be" providerId="ADAL" clId="{0807FE86-23E6-454B-A825-E6C6C7C15B32}" dt="2025-04-11T09:46:54.683" v="1049" actId="207"/>
          <ac:spMkLst>
            <pc:docMk/>
            <pc:sldMk cId="2757928820" sldId="289"/>
            <ac:spMk id="5" creationId="{0997F374-A3E6-4DFA-CE16-A6F09F1C982E}"/>
          </ac:spMkLst>
        </pc:spChg>
        <pc:spChg chg="add mod">
          <ac:chgData name="Hidde Gerritsen (1079142)" userId="bd1019e9-fe7d-45bb-8938-4a3398eba8be" providerId="ADAL" clId="{0807FE86-23E6-454B-A825-E6C6C7C15B32}" dt="2025-04-11T09:46:08.079" v="1046" actId="207"/>
          <ac:spMkLst>
            <pc:docMk/>
            <pc:sldMk cId="2757928820" sldId="289"/>
            <ac:spMk id="7" creationId="{090F5775-DBEC-6069-42ED-414845D38AAF}"/>
          </ac:spMkLst>
        </pc:spChg>
        <pc:spChg chg="add mod">
          <ac:chgData name="Hidde Gerritsen (1079142)" userId="bd1019e9-fe7d-45bb-8938-4a3398eba8be" providerId="ADAL" clId="{0807FE86-23E6-454B-A825-E6C6C7C15B32}" dt="2025-04-11T09:45:28.544" v="1042" actId="14861"/>
          <ac:spMkLst>
            <pc:docMk/>
            <pc:sldMk cId="2757928820" sldId="289"/>
            <ac:spMk id="8" creationId="{85325B71-22EF-FBEB-A40C-08F8270CA629}"/>
          </ac:spMkLst>
        </pc:spChg>
        <pc:spChg chg="add mod">
          <ac:chgData name="Hidde Gerritsen (1079142)" userId="bd1019e9-fe7d-45bb-8938-4a3398eba8be" providerId="ADAL" clId="{0807FE86-23E6-454B-A825-E6C6C7C15B32}" dt="2025-04-11T09:49:00.162" v="1113" actId="2085"/>
          <ac:spMkLst>
            <pc:docMk/>
            <pc:sldMk cId="2757928820" sldId="289"/>
            <ac:spMk id="9" creationId="{FABA09BD-7616-DBCB-5964-23C3D8ACD6C6}"/>
          </ac:spMkLst>
        </pc:spChg>
        <pc:spChg chg="add mod">
          <ac:chgData name="Hidde Gerritsen (1079142)" userId="bd1019e9-fe7d-45bb-8938-4a3398eba8be" providerId="ADAL" clId="{0807FE86-23E6-454B-A825-E6C6C7C15B32}" dt="2025-04-11T09:49:00.162" v="1113" actId="2085"/>
          <ac:spMkLst>
            <pc:docMk/>
            <pc:sldMk cId="2757928820" sldId="289"/>
            <ac:spMk id="10" creationId="{527276FB-FE41-EF51-A37A-BE7AAF0C4A69}"/>
          </ac:spMkLst>
        </pc:spChg>
        <pc:spChg chg="add mod">
          <ac:chgData name="Hidde Gerritsen (1079142)" userId="bd1019e9-fe7d-45bb-8938-4a3398eba8be" providerId="ADAL" clId="{0807FE86-23E6-454B-A825-E6C6C7C15B32}" dt="2025-04-11T09:49:00.162" v="1113" actId="2085"/>
          <ac:spMkLst>
            <pc:docMk/>
            <pc:sldMk cId="2757928820" sldId="289"/>
            <ac:spMk id="11" creationId="{B31B9F98-6A8E-BFA4-1E53-151EB8999EB5}"/>
          </ac:spMkLst>
        </pc:spChg>
        <pc:spChg chg="add mod">
          <ac:chgData name="Hidde Gerritsen (1079142)" userId="bd1019e9-fe7d-45bb-8938-4a3398eba8be" providerId="ADAL" clId="{0807FE86-23E6-454B-A825-E6C6C7C15B32}" dt="2025-04-11T09:47:30.876" v="1064" actId="1076"/>
          <ac:spMkLst>
            <pc:docMk/>
            <pc:sldMk cId="2757928820" sldId="289"/>
            <ac:spMk id="12" creationId="{32FB8EE0-AC0A-5DCA-0899-E5F4A7420290}"/>
          </ac:spMkLst>
        </pc:spChg>
        <pc:spChg chg="add mod">
          <ac:chgData name="Hidde Gerritsen (1079142)" userId="bd1019e9-fe7d-45bb-8938-4a3398eba8be" providerId="ADAL" clId="{0807FE86-23E6-454B-A825-E6C6C7C15B32}" dt="2025-04-11T09:48:10.960" v="1108" actId="1076"/>
          <ac:spMkLst>
            <pc:docMk/>
            <pc:sldMk cId="2757928820" sldId="289"/>
            <ac:spMk id="13" creationId="{D67EB246-F5C1-303F-7F3D-F73D01F7B275}"/>
          </ac:spMkLst>
        </pc:spChg>
        <pc:spChg chg="add mod">
          <ac:chgData name="Hidde Gerritsen (1079142)" userId="bd1019e9-fe7d-45bb-8938-4a3398eba8be" providerId="ADAL" clId="{0807FE86-23E6-454B-A825-E6C6C7C15B32}" dt="2025-04-11T09:48:06.942" v="1107" actId="1076"/>
          <ac:spMkLst>
            <pc:docMk/>
            <pc:sldMk cId="2757928820" sldId="289"/>
            <ac:spMk id="14" creationId="{4B3A5030-06CE-CCF9-05C1-6669286E6F12}"/>
          </ac:spMkLst>
        </pc:spChg>
      </pc:sldChg>
      <pc:sldChg chg="addSp delSp modSp add del mod">
        <pc:chgData name="Hidde Gerritsen (1079142)" userId="bd1019e9-fe7d-45bb-8938-4a3398eba8be" providerId="ADAL" clId="{0807FE86-23E6-454B-A825-E6C6C7C15B32}" dt="2025-04-11T09:46:17.698" v="1047" actId="2696"/>
        <pc:sldMkLst>
          <pc:docMk/>
          <pc:sldMk cId="3310498498" sldId="290"/>
        </pc:sldMkLst>
        <pc:spChg chg="add mod">
          <ac:chgData name="Hidde Gerritsen (1079142)" userId="bd1019e9-fe7d-45bb-8938-4a3398eba8be" providerId="ADAL" clId="{0807FE86-23E6-454B-A825-E6C6C7C15B32}" dt="2025-04-11T09:34:25.779" v="942" actId="1076"/>
          <ac:spMkLst>
            <pc:docMk/>
            <pc:sldMk cId="3310498498" sldId="290"/>
            <ac:spMk id="2" creationId="{A2165644-96A9-A4AE-AA48-1117B86CF8B1}"/>
          </ac:spMkLst>
        </pc:spChg>
        <pc:spChg chg="add mod">
          <ac:chgData name="Hidde Gerritsen (1079142)" userId="bd1019e9-fe7d-45bb-8938-4a3398eba8be" providerId="ADAL" clId="{0807FE86-23E6-454B-A825-E6C6C7C15B32}" dt="2025-04-11T09:34:23.627" v="941" actId="1076"/>
          <ac:spMkLst>
            <pc:docMk/>
            <pc:sldMk cId="3310498498" sldId="290"/>
            <ac:spMk id="4" creationId="{465C2DAC-B2EF-8627-BF85-CE515A400FC0}"/>
          </ac:spMkLst>
        </pc:spChg>
        <pc:spChg chg="mod">
          <ac:chgData name="Hidde Gerritsen (1079142)" userId="bd1019e9-fe7d-45bb-8938-4a3398eba8be" providerId="ADAL" clId="{0807FE86-23E6-454B-A825-E6C6C7C15B32}" dt="2025-04-11T09:34:15.643" v="940" actId="1076"/>
          <ac:spMkLst>
            <pc:docMk/>
            <pc:sldMk cId="3310498498" sldId="290"/>
            <ac:spMk id="5" creationId="{9E9F0CA2-86EA-4CF1-8F90-F1CACC9EB703}"/>
          </ac:spMkLst>
        </pc:spChg>
        <pc:spChg chg="del">
          <ac:chgData name="Hidde Gerritsen (1079142)" userId="bd1019e9-fe7d-45bb-8938-4a3398eba8be" providerId="ADAL" clId="{0807FE86-23E6-454B-A825-E6C6C7C15B32}" dt="2025-04-11T09:33:12.529" v="923" actId="21"/>
          <ac:spMkLst>
            <pc:docMk/>
            <pc:sldMk cId="3310498498" sldId="290"/>
            <ac:spMk id="7" creationId="{7D4107BF-5146-22AD-0D88-12041652C359}"/>
          </ac:spMkLst>
        </pc:spChg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Mees van der Waal (1052159)" userId="S::1052159@hr.nl::f47bb1cd-9a7d-4d84-91da-2dc9c3e5f91c" providerId="AD" clId="Web-{819E3246-40A0-8B5A-6F08-FB48F77CCA8F}"/>
    <pc:docChg chg="addSld modSld">
      <pc:chgData name="Mees van der Waal (1052159)" userId="S::1052159@hr.nl::f47bb1cd-9a7d-4d84-91da-2dc9c3e5f91c" providerId="AD" clId="Web-{819E3246-40A0-8B5A-6F08-FB48F77CCA8F}" dt="2025-04-11T10:33:51.490" v="167" actId="20577"/>
      <pc:docMkLst>
        <pc:docMk/>
      </pc:docMkLst>
      <pc:sldChg chg="addAnim delAnim">
        <pc:chgData name="Mees van der Waal (1052159)" userId="S::1052159@hr.nl::f47bb1cd-9a7d-4d84-91da-2dc9c3e5f91c" providerId="AD" clId="Web-{819E3246-40A0-8B5A-6F08-FB48F77CCA8F}" dt="2025-04-11T10:33:36.473" v="151"/>
        <pc:sldMkLst>
          <pc:docMk/>
          <pc:sldMk cId="3881030924" sldId="260"/>
        </pc:sldMkLst>
      </pc:sldChg>
      <pc:sldChg chg="modSp">
        <pc:chgData name="Mees van der Waal (1052159)" userId="S::1052159@hr.nl::f47bb1cd-9a7d-4d84-91da-2dc9c3e5f91c" providerId="AD" clId="Web-{819E3246-40A0-8B5A-6F08-FB48F77CCA8F}" dt="2025-04-11T10:02:58.114" v="12" actId="20577"/>
        <pc:sldMkLst>
          <pc:docMk/>
          <pc:sldMk cId="723969862" sldId="280"/>
        </pc:sldMkLst>
        <pc:spChg chg="mod">
          <ac:chgData name="Mees van der Waal (1052159)" userId="S::1052159@hr.nl::f47bb1cd-9a7d-4d84-91da-2dc9c3e5f91c" providerId="AD" clId="Web-{819E3246-40A0-8B5A-6F08-FB48F77CCA8F}" dt="2025-04-11T10:02:58.114" v="12" actId="20577"/>
          <ac:spMkLst>
            <pc:docMk/>
            <pc:sldMk cId="723969862" sldId="280"/>
            <ac:spMk id="3" creationId="{6A039E27-B788-1EA0-D3F4-B9CAA3BF7B8C}"/>
          </ac:spMkLst>
        </pc:spChg>
      </pc:sldChg>
      <pc:sldChg chg="modSp new">
        <pc:chgData name="Mees van der Waal (1052159)" userId="S::1052159@hr.nl::f47bb1cd-9a7d-4d84-91da-2dc9c3e5f91c" providerId="AD" clId="Web-{819E3246-40A0-8B5A-6F08-FB48F77CCA8F}" dt="2025-04-11T10:33:51.490" v="167" actId="20577"/>
        <pc:sldMkLst>
          <pc:docMk/>
          <pc:sldMk cId="1133970940" sldId="291"/>
        </pc:sldMkLst>
        <pc:spChg chg="mod">
          <ac:chgData name="Mees van der Waal (1052159)" userId="S::1052159@hr.nl::f47bb1cd-9a7d-4d84-91da-2dc9c3e5f91c" providerId="AD" clId="Web-{819E3246-40A0-8B5A-6F08-FB48F77CCA8F}" dt="2025-04-11T10:03:05.599" v="24" actId="20577"/>
          <ac:spMkLst>
            <pc:docMk/>
            <pc:sldMk cId="1133970940" sldId="291"/>
            <ac:spMk id="2" creationId="{F74EF19F-51CE-1214-E793-192DAECD4F17}"/>
          </ac:spMkLst>
        </pc:spChg>
        <pc:spChg chg="mod">
          <ac:chgData name="Mees van der Waal (1052159)" userId="S::1052159@hr.nl::f47bb1cd-9a7d-4d84-91da-2dc9c3e5f91c" providerId="AD" clId="Web-{819E3246-40A0-8B5A-6F08-FB48F77CCA8F}" dt="2025-04-11T10:33:51.490" v="167" actId="20577"/>
          <ac:spMkLst>
            <pc:docMk/>
            <pc:sldMk cId="1133970940" sldId="291"/>
            <ac:spMk id="3" creationId="{7D254907-3397-98F6-6970-3D316DF2B206}"/>
          </ac:spMkLst>
        </pc:spChg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F27ABF13-F0A9-E0DA-C052-D664AB5D4DED}" dt="2025-03-07T10:52:46.921" v="52" actId="20577"/>
          <ac:spMkLst>
            <pc:docMk/>
            <pc:sldMk cId="462427109" sldId="267"/>
            <ac:spMk id="2" creationId="{8D3BB8E0-DAF4-154A-67D6-C32EBA868364}"/>
          </ac:spMkLst>
        </pc:spChg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05FA944A-5BA2-F39D-D5CB-CE54CF5C0504}"/>
    <pc:docChg chg="addSld delSld modSld sldOrd">
      <pc:chgData name="Hwayda Hwayda Bashair (1049850)" userId="S::1049850@hr.nl::cfc65a82-fb1c-475e-92d7-ff76e90f0086" providerId="AD" clId="Web-{05FA944A-5BA2-F39D-D5CB-CE54CF5C0504}" dt="2025-03-21T12:25:47.561" v="203" actId="20577"/>
      <pc:docMkLst>
        <pc:docMk/>
      </pc:docMkLst>
      <pc:sldChg chg="modSp">
        <pc:chgData name="Hwayda Hwayda Bashair (1049850)" userId="S::1049850@hr.nl::cfc65a82-fb1c-475e-92d7-ff76e90f0086" providerId="AD" clId="Web-{05FA944A-5BA2-F39D-D5CB-CE54CF5C0504}" dt="2025-03-21T12:25:47.561" v="203" actId="20577"/>
        <pc:sldMkLst>
          <pc:docMk/>
          <pc:sldMk cId="1448387869" sldId="264"/>
        </pc:sldMkLst>
      </pc:sldChg>
      <pc:sldChg chg="addSp delSp modSp">
        <pc:chgData name="Hwayda Hwayda Bashair (1049850)" userId="S::1049850@hr.nl::cfc65a82-fb1c-475e-92d7-ff76e90f0086" providerId="AD" clId="Web-{05FA944A-5BA2-F39D-D5CB-CE54CF5C0504}" dt="2025-03-21T11:12:06.287" v="133" actId="20577"/>
        <pc:sldMkLst>
          <pc:docMk/>
          <pc:sldMk cId="3316613587" sldId="268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8.386" v="164"/>
        <pc:sldMkLst>
          <pc:docMk/>
          <pc:sldMk cId="235373548" sldId="269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9.636" v="165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05FA944A-5BA2-F39D-D5CB-CE54CF5C0504}" dt="2025-03-21T11:16:05.031" v="155" actId="20577"/>
        <pc:sldMkLst>
          <pc:docMk/>
          <pc:sldMk cId="187904320" sldId="271"/>
        </pc:sldMkLst>
      </pc:sldChg>
      <pc:sldChg chg="addSp delSp modSp mod ord setBg setClrOvrMap">
        <pc:chgData name="Hwayda Hwayda Bashair (1049850)" userId="S::1049850@hr.nl::cfc65a82-fb1c-475e-92d7-ff76e90f0086" providerId="AD" clId="Web-{05FA944A-5BA2-F39D-D5CB-CE54CF5C0504}" dt="2025-03-21T11:20:58.902" v="163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05FA944A-5BA2-F39D-D5CB-CE54CF5C0504}" dt="2025-03-21T11:12:44.226" v="149" actId="20577"/>
        <pc:sldMkLst>
          <pc:docMk/>
          <pc:sldMk cId="3713448215" sldId="274"/>
        </pc:sldMkLst>
      </pc:sldChg>
      <pc:sldChg chg="new">
        <pc:chgData name="Hwayda Hwayda Bashair (1049850)" userId="S::1049850@hr.nl::cfc65a82-fb1c-475e-92d7-ff76e90f0086" providerId="AD" clId="Web-{05FA944A-5BA2-F39D-D5CB-CE54CF5C0504}" dt="2025-03-21T12:23:53.856" v="186"/>
        <pc:sldMkLst>
          <pc:docMk/>
          <pc:sldMk cId="88598599" sldId="275"/>
        </pc:sldMkLst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9BC4B-7CE0-C0A9-4C56-F4181BEE8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E618-F61D-4F69-1ED2-06927D02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Inhoud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9E27-B788-1EA0-D3F4-B9CAA3BF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err="1"/>
              <a:t>Opdrachtgever</a:t>
            </a:r>
            <a:endParaRPr lang="en-US"/>
          </a:p>
          <a:p>
            <a:r>
              <a:rPr lang="en-US"/>
              <a:t>Context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probleemstelling</a:t>
            </a:r>
            <a:endParaRPr lang="en-US"/>
          </a:p>
          <a:p>
            <a:r>
              <a:rPr lang="en-US" err="1"/>
              <a:t>Onze</a:t>
            </a:r>
            <a:r>
              <a:rPr lang="en-US"/>
              <a:t> oplossing</a:t>
            </a:r>
          </a:p>
          <a:p>
            <a:r>
              <a:rPr lang="en-US"/>
              <a:t>PSP</a:t>
            </a:r>
          </a:p>
          <a:p>
            <a:r>
              <a:rPr lang="en-US"/>
              <a:t>Demo </a:t>
            </a:r>
          </a:p>
          <a:p>
            <a:r>
              <a:rPr lang="en-US" err="1"/>
              <a:t>Projectdoelen</a:t>
            </a:r>
            <a:endParaRPr lang="en-US"/>
          </a:p>
          <a:p>
            <a:r>
              <a:rPr lang="en-US" err="1"/>
              <a:t>Volgende</a:t>
            </a:r>
            <a:r>
              <a:rPr lang="en-US"/>
              <a:t> 50 </a:t>
            </a:r>
            <a:r>
              <a:rPr lang="en-US" err="1"/>
              <a:t>procent</a:t>
            </a:r>
            <a:endParaRPr lang="en-US"/>
          </a:p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5AA8B0-140C-8800-98C2-F8360E135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969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n-US" sz="2800"/>
              <a:t>Opdrachtgever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E704FA00-F5B1-4BF3-BFB2-F832D367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9E45D-4096-B55C-3F85-E59DCEEC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88" y="1231193"/>
            <a:ext cx="2974328" cy="439015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57042" y="3139991"/>
            <a:ext cx="2974328" cy="57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695870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Geert </a:t>
            </a:r>
            <a:r>
              <a:rPr lang="en-US" sz="2000" err="1"/>
              <a:t>Mosterdijk</a:t>
            </a:r>
            <a:endParaRPr lang="en-US" sz="2000"/>
          </a:p>
          <a:p>
            <a:r>
              <a:rPr lang="en-US" sz="2000"/>
              <a:t>SENS2SEA</a:t>
            </a:r>
          </a:p>
          <a:p>
            <a:r>
              <a:rPr lang="en-US" sz="2000"/>
              <a:t>RDM</a:t>
            </a:r>
          </a:p>
          <a:p>
            <a:r>
              <a:rPr lang="en-US" sz="2000" i="1"/>
              <a:t>“We develop advanced sea radar wave radar systems and analysis products”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960B1-EECC-03DF-E980-C245742D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Context en Probleemstelling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1622498-20F7-6670-F24C-BCD8A6D5C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96987"/>
            <a:ext cx="9905999" cy="3537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nl-NL"/>
          </a:p>
          <a:p>
            <a:r>
              <a:rPr lang="en-US">
                <a:latin typeface="TW Cen MT"/>
              </a:rPr>
              <a:t>Schippers </a:t>
            </a:r>
            <a:r>
              <a:rPr lang="en-US" err="1">
                <a:latin typeface="TW Cen MT"/>
              </a:rPr>
              <a:t>meren</a:t>
            </a:r>
            <a:r>
              <a:rPr lang="en-US">
                <a:latin typeface="TW Cen MT"/>
              </a:rPr>
              <a:t> nu </a:t>
            </a:r>
            <a:r>
              <a:rPr lang="en-US" err="1">
                <a:latin typeface="TW Cen MT"/>
              </a:rPr>
              <a:t>zelfstandig</a:t>
            </a:r>
            <a:r>
              <a:rPr lang="en-US">
                <a:latin typeface="TW Cen MT"/>
              </a:rPr>
              <a:t> </a:t>
            </a:r>
            <a:r>
              <a:rPr lang="en-US" err="1">
                <a:latin typeface="TW Cen MT"/>
              </a:rPr>
              <a:t>aan</a:t>
            </a:r>
            <a:endParaRPr lang="en-US">
              <a:latin typeface="TW Cen MT"/>
            </a:endParaRPr>
          </a:p>
          <a:p>
            <a:r>
              <a:rPr lang="en-US" err="1">
                <a:latin typeface="TW Cen MT"/>
              </a:rPr>
              <a:t>Niet</a:t>
            </a:r>
            <a:r>
              <a:rPr lang="en-US">
                <a:latin typeface="TW Cen MT"/>
              </a:rPr>
              <a:t> </a:t>
            </a:r>
            <a:r>
              <a:rPr lang="nl-NL">
                <a:latin typeface="TW Cen MT"/>
              </a:rPr>
              <a:t>efficiënt; energie en bemanning</a:t>
            </a:r>
            <a:endParaRPr lang="nl-NL"/>
          </a:p>
          <a:p>
            <a:r>
              <a:rPr lang="nl-NL"/>
              <a:t>Reeds bestaande sensoren:</a:t>
            </a:r>
          </a:p>
          <a:p>
            <a:pPr lvl="1"/>
            <a:r>
              <a:rPr lang="nl-NL"/>
              <a:t>Niet open source</a:t>
            </a:r>
          </a:p>
          <a:p>
            <a:pPr lvl="1"/>
            <a:r>
              <a:rPr lang="nl-NL"/>
              <a:t>Niet 'smart’</a:t>
            </a:r>
          </a:p>
          <a:p>
            <a:pPr lvl="1"/>
            <a:r>
              <a:rPr lang="nl-NL"/>
              <a:t>Duur &amp; lastig te onderhouden</a:t>
            </a:r>
          </a:p>
        </p:txBody>
      </p:sp>
      <p:pic>
        <p:nvPicPr>
          <p:cNvPr id="5" name="Picture 2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DF51359C-97F5-AEDD-BEB9-A6DC4C417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600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3DA2-A95D-A6DE-A732-338BF4A6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7AAB8-5076-DECC-1928-911771AB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Onze oplossing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5EE233-34D7-EDA1-0EE8-BF259914A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484447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Een </a:t>
            </a:r>
            <a:r>
              <a:rPr lang="en-US" err="1"/>
              <a:t>sensormodule</a:t>
            </a:r>
            <a:r>
              <a:rPr lang="en-US"/>
              <a:t> die </a:t>
            </a:r>
            <a:r>
              <a:rPr lang="en-US" err="1"/>
              <a:t>makkelijk</a:t>
            </a:r>
            <a:r>
              <a:rPr lang="en-US"/>
              <a:t> is in </a:t>
            </a:r>
            <a:r>
              <a:rPr lang="en-US" err="1"/>
              <a:t>gebruik</a:t>
            </a:r>
            <a:r>
              <a:rPr lang="en-US"/>
              <a:t>, </a:t>
            </a:r>
            <a:r>
              <a:rPr lang="en-US" err="1"/>
              <a:t>denk</a:t>
            </a:r>
            <a:r>
              <a:rPr lang="en-US"/>
              <a:t> </a:t>
            </a:r>
            <a:r>
              <a:rPr lang="en-US" err="1"/>
              <a:t>aan</a:t>
            </a:r>
            <a:r>
              <a:rPr lang="en-US"/>
              <a:t> </a:t>
            </a:r>
            <a:r>
              <a:rPr lang="en-US" err="1"/>
              <a:t>onderhoud</a:t>
            </a:r>
            <a:r>
              <a:rPr lang="en-US"/>
              <a:t>, </a:t>
            </a:r>
            <a:r>
              <a:rPr lang="en-US" err="1"/>
              <a:t>vervanging</a:t>
            </a:r>
            <a:r>
              <a:rPr lang="en-US"/>
              <a:t> of </a:t>
            </a:r>
            <a:r>
              <a:rPr lang="en-US" err="1"/>
              <a:t>installatie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err="1"/>
              <a:t>Modulaire</a:t>
            </a:r>
            <a:r>
              <a:rPr lang="en-US"/>
              <a:t> modules</a:t>
            </a:r>
          </a:p>
          <a:p>
            <a:pPr>
              <a:lnSpc>
                <a:spcPct val="110000"/>
              </a:lnSpc>
            </a:pPr>
            <a:r>
              <a:rPr lang="en-US"/>
              <a:t>SDI</a:t>
            </a:r>
          </a:p>
          <a:p>
            <a:pPr>
              <a:lnSpc>
                <a:spcPct val="110000"/>
              </a:lnSpc>
            </a:pPr>
            <a:r>
              <a:rPr lang="en-US" err="1"/>
              <a:t>Bestaand</a:t>
            </a:r>
            <a:r>
              <a:rPr lang="en-US"/>
              <a:t> </a:t>
            </a:r>
            <a:r>
              <a:rPr lang="en-US" err="1"/>
              <a:t>uit</a:t>
            </a:r>
            <a:r>
              <a:rPr lang="en-US"/>
              <a:t>: </a:t>
            </a:r>
            <a:r>
              <a:rPr lang="en-US" err="1"/>
              <a:t>Radarsensor</a:t>
            </a:r>
            <a:r>
              <a:rPr lang="en-US"/>
              <a:t>, lcd scherm, microcontroller</a:t>
            </a:r>
          </a:p>
        </p:txBody>
      </p:sp>
      <p:pic>
        <p:nvPicPr>
          <p:cNvPr id="5" name="Picture 2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EAE603B2-DB54-7101-E3DE-BC57A2FDB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924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4E7F-890B-7042-EB65-93BAA767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863F407-3DC7-BC01-619B-FD787B757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fbeelding 5" descr="Afbeelding met schermopname, tekenfilm&#10;&#10;Door AI gegenereerde inhoud is mogelijk onjuist.">
            <a:extLst>
              <a:ext uri="{FF2B5EF4-FFF2-40B4-BE49-F238E27FC236}">
                <a16:creationId xmlns:a16="http://schemas.microsoft.com/office/drawing/2014/main" id="{07F9B937-0EF2-19C8-6590-1B3ACABB6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25" y="1161641"/>
            <a:ext cx="7637413" cy="5091609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A728BCB-E953-7BF6-35DF-C45E8A0A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33" y="93280"/>
            <a:ext cx="9905998" cy="1478570"/>
          </a:xfrm>
        </p:spPr>
        <p:txBody>
          <a:bodyPr/>
          <a:lstStyle/>
          <a:p>
            <a:r>
              <a:rPr lang="nl-NL"/>
              <a:t>PSP</a:t>
            </a:r>
          </a:p>
        </p:txBody>
      </p:sp>
    </p:spTree>
    <p:extLst>
      <p:ext uri="{BB962C8B-B14F-4D97-AF65-F5344CB8AC3E}">
        <p14:creationId xmlns:p14="http://schemas.microsoft.com/office/powerpoint/2010/main" val="4235356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3ECB4F-D842-A1C5-A03B-446874A7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Onderzoek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77F595-2758-D836-150C-03E6ECEFF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Bundel onderzoek</a:t>
            </a:r>
          </a:p>
          <a:p>
            <a:r>
              <a:rPr lang="nl-NL"/>
              <a:t>MQTT onderzoek</a:t>
            </a:r>
          </a:p>
          <a:p>
            <a:r>
              <a:rPr lang="nl-NL"/>
              <a:t>Sensor onderzoek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4B077-850E-3291-5126-04BD8B4D7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58" y="3609974"/>
            <a:ext cx="6076950" cy="400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B3A53-BC31-C933-D0E1-67C3631A3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8" y="2770718"/>
            <a:ext cx="6804025" cy="656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9D491-F894-1C10-971D-7290FC8DA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504" y="2251604"/>
            <a:ext cx="7629525" cy="390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2C67E-0679-07BE-10A8-B2DD1DC79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683" y="4566708"/>
            <a:ext cx="1079501" cy="220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7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586A-343E-1839-E9D6-8D64318A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0FB90C2-C3A5-6C81-C3B5-CC6600BF1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7">
            <a:extLst>
              <a:ext uri="{FF2B5EF4-FFF2-40B4-BE49-F238E27FC236}">
                <a16:creationId xmlns:a16="http://schemas.microsoft.com/office/drawing/2014/main" id="{C893F53B-6AA3-E5A1-BCB0-F0C9B102F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245" y="1512032"/>
            <a:ext cx="7639509" cy="5003877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881421A9-0230-05AD-BCD6-DE667F35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33" y="93280"/>
            <a:ext cx="9905998" cy="1478570"/>
          </a:xfrm>
        </p:spPr>
        <p:txBody>
          <a:bodyPr/>
          <a:lstStyle/>
          <a:p>
            <a:r>
              <a:rPr lang="nl-NL"/>
              <a:t>Architectuurdiagram</a:t>
            </a:r>
          </a:p>
        </p:txBody>
      </p:sp>
    </p:spTree>
    <p:extLst>
      <p:ext uri="{BB962C8B-B14F-4D97-AF65-F5344CB8AC3E}">
        <p14:creationId xmlns:p14="http://schemas.microsoft.com/office/powerpoint/2010/main" val="2155187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BB8E0-DAF4-154A-67D6-C32EBA86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2422567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Demo</a:t>
            </a:r>
            <a:endParaRPr lang="nl-NL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5" name="Afbeelding 4" descr="Afbeelding met schermopname, tekenfilm&#10;&#10;Door AI gegenereerde inhoud is mogelijk onjuist.">
            <a:extLst>
              <a:ext uri="{FF2B5EF4-FFF2-40B4-BE49-F238E27FC236}">
                <a16:creationId xmlns:a16="http://schemas.microsoft.com/office/drawing/2014/main" id="{BFE7682E-A3DB-EA21-E760-2FAF55572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791" y="589519"/>
            <a:ext cx="8383073" cy="55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27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5325B71-22EF-FBEB-A40C-08F8270CA629}"/>
              </a:ext>
            </a:extLst>
          </p:cNvPr>
          <p:cNvSpPr/>
          <p:nvPr/>
        </p:nvSpPr>
        <p:spPr>
          <a:xfrm>
            <a:off x="688489" y="1484555"/>
            <a:ext cx="10886739" cy="3840480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  <a:effectLst>
            <a:softEdge rad="111165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997F374-A3E6-4DFA-CE16-A6F09F1C982E}"/>
              </a:ext>
            </a:extLst>
          </p:cNvPr>
          <p:cNvSpPr txBox="1"/>
          <p:nvPr/>
        </p:nvSpPr>
        <p:spPr>
          <a:xfrm>
            <a:off x="798265" y="1628507"/>
            <a:ext cx="7703168" cy="36009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1. [Analyseren] Je kunt op basis van de wensen van de stakeholder(s), het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(onderliggende) probleem, </a:t>
            </a:r>
            <a:r>
              <a:rPr lang="nl-NL" sz="120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danwel</a:t>
            </a: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 de </a:t>
            </a:r>
            <a:r>
              <a:rPr lang="nl-NL" sz="120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use</a:t>
            </a: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 case definiëren.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2. [Analyseren] Je onderzoekt reeds bestaande mogelijke oplossingen voor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het probleem.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3. [Analyseren, Adviseren] Je kunt individueel voor het project relevant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literatuuronderzoek, experimenteel onderzoek of gebruikersonderzoek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opzetten, uitvoeren en hierover in het Engels schriftelijk, goed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gestructureerd rapporteren.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4. [Analyseren] Je kunt aan de hand van </a:t>
            </a:r>
            <a:r>
              <a:rPr lang="nl-NL" sz="120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zelfopgestelde</a:t>
            </a: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 </a:t>
            </a:r>
            <a:r>
              <a:rPr lang="nl-NL" sz="120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requirements</a:t>
            </a:r>
            <a:endParaRPr lang="nl-NL" sz="120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/>
              <a:cs typeface="Arial"/>
            </a:endParaRP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meerdere alternatieven opstellen en afwegen.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5. [Analyseren] Je kan de risico's analyseren en managen gedurende het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gehele project.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/>
                <a:cs typeface="Arial"/>
              </a:rPr>
              <a:t>6. [Adviseren] Je kunt je voortgang en keuzes inzichtelijk overbrengen.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7. [Ontwerpen] Je kunt de architectuurontwerp(en) op het juiste</a:t>
            </a:r>
          </a:p>
          <a:p>
            <a:pPr>
              <a:buNone/>
            </a:pPr>
            <a:r>
              <a:rPr lang="nl-NL" sz="12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  <a:cs typeface="Arial"/>
              </a:rPr>
              <a:t>abstractieniveau voor het eigen project opstellen.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/>
                <a:cs typeface="Arial"/>
              </a:rPr>
              <a:t>8. [Analyseren, Ontwerpen] Je kunt bepalen welke ontwerpen met betrekking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/>
                <a:cs typeface="Arial"/>
              </a:rPr>
              <a:t>tot structuur, architectuur en dynamische aspecten van hardware,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/>
                <a:cs typeface="Arial"/>
              </a:rPr>
              <a:t>software, netwerkinfrastructuur en/of interacties relevant zijn voor de eigen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/>
                <a:cs typeface="Arial"/>
              </a:rPr>
              <a:t>opdracht en deze ontwerpen opstellen.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90F5775-DBEC-6069-42ED-414845D38AAF}"/>
              </a:ext>
            </a:extLst>
          </p:cNvPr>
          <p:cNvSpPr txBox="1"/>
          <p:nvPr/>
        </p:nvSpPr>
        <p:spPr>
          <a:xfrm>
            <a:off x="6081658" y="1628507"/>
            <a:ext cx="61103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l-NL" sz="120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9. [Realiseren] Je kunt een geschikt testplan en -rapport, inclusief</a:t>
            </a:r>
          </a:p>
          <a:p>
            <a:pPr>
              <a:buNone/>
            </a:pPr>
            <a:r>
              <a:rPr lang="nl-NL" sz="120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robuustheidsanalyse, opstellen.</a:t>
            </a:r>
          </a:p>
          <a:p>
            <a:pPr>
              <a:buNone/>
            </a:pPr>
            <a:r>
              <a:rPr lang="nl-NL" sz="120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10. [Realiseren] Je kunt een gebruikersacceptatietest ontwikkelen, uitvoeren</a:t>
            </a:r>
          </a:p>
          <a:p>
            <a:r>
              <a:rPr lang="nl-NL" sz="120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en rapporteren</a:t>
            </a:r>
            <a:br>
              <a:rPr lang="nl-NL" sz="1200">
                <a:effectLst/>
                <a:latin typeface="Arial" panose="020B0604020202020204" pitchFamily="34" charset="0"/>
              </a:rPr>
            </a:b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11. [Realiseren] Je kunt programmacode schrijven die voldoet aan gegeven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kwaliteitseisen en rekening houdt met onverwachte situaties (</a:t>
            </a:r>
            <a:r>
              <a:rPr lang="nl-NL" sz="1200" err="1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exceptions</a:t>
            </a: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>
              <a:buNone/>
            </a:pPr>
            <a:r>
              <a:rPr lang="nl-NL" sz="120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12. [Realiseren] Je kunt de werking van het gerealiseerde, robuuste prototype</a:t>
            </a:r>
          </a:p>
          <a:p>
            <a:pPr>
              <a:buNone/>
            </a:pPr>
            <a:r>
              <a:rPr lang="nl-NL" sz="120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helder demonstreren.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13. [Manage &amp; Control] Je kunt bepalen welke documentatie relevant is voor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de overdracht aan de gebruikers en deze opstellen.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14. [Manage &amp; Control] Je kunt je project waar nodig tussentijds aanpassen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aan gegeven budget en tijd.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15. [Professional skills] Je kunt het contact organiseren en onderhouden</a:t>
            </a:r>
          </a:p>
          <a:p>
            <a:pPr>
              <a:buNone/>
            </a:pPr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tussen je projectgroep en de stakeholders en die op passende wijze voor</a:t>
            </a:r>
          </a:p>
          <a:p>
            <a:r>
              <a:rPr lang="nl-NL" sz="120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de opdracht relevante informatie voorzien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FABA09BD-7616-DBCB-5964-23C3D8ACD6C6}"/>
              </a:ext>
            </a:extLst>
          </p:cNvPr>
          <p:cNvSpPr/>
          <p:nvPr/>
        </p:nvSpPr>
        <p:spPr>
          <a:xfrm>
            <a:off x="1493134" y="5555848"/>
            <a:ext cx="613458" cy="219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27276FB-FE41-EF51-A37A-BE7AAF0C4A69}"/>
              </a:ext>
            </a:extLst>
          </p:cNvPr>
          <p:cNvSpPr/>
          <p:nvPr/>
        </p:nvSpPr>
        <p:spPr>
          <a:xfrm>
            <a:off x="1493134" y="5841016"/>
            <a:ext cx="613458" cy="2199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B31B9F98-6A8E-BFA4-1E53-151EB8999EB5}"/>
              </a:ext>
            </a:extLst>
          </p:cNvPr>
          <p:cNvSpPr/>
          <p:nvPr/>
        </p:nvSpPr>
        <p:spPr>
          <a:xfrm>
            <a:off x="1493134" y="6126185"/>
            <a:ext cx="613458" cy="2199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32FB8EE0-AC0A-5DCA-0899-E5F4A7420290}"/>
              </a:ext>
            </a:extLst>
          </p:cNvPr>
          <p:cNvSpPr txBox="1"/>
          <p:nvPr/>
        </p:nvSpPr>
        <p:spPr>
          <a:xfrm>
            <a:off x="2106592" y="5481141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/>
              <a:t>= af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D67EB246-F5C1-303F-7F3D-F73D01F7B275}"/>
              </a:ext>
            </a:extLst>
          </p:cNvPr>
          <p:cNvSpPr txBox="1"/>
          <p:nvPr/>
        </p:nvSpPr>
        <p:spPr>
          <a:xfrm>
            <a:off x="2106592" y="5775767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/>
              <a:t>= bezig/lopend onderdeel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B3A5030-06CE-CCF9-05C1-6669286E6F12}"/>
              </a:ext>
            </a:extLst>
          </p:cNvPr>
          <p:cNvSpPr txBox="1"/>
          <p:nvPr/>
        </p:nvSpPr>
        <p:spPr>
          <a:xfrm>
            <a:off x="2106592" y="6056755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/>
              <a:t>= Niet af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0E3F5-71A5-B8E3-3391-1EE5A8DFA907}"/>
              </a:ext>
            </a:extLst>
          </p:cNvPr>
          <p:cNvSpPr txBox="1"/>
          <p:nvPr/>
        </p:nvSpPr>
        <p:spPr>
          <a:xfrm>
            <a:off x="983286" y="457342"/>
            <a:ext cx="103124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/>
              <a:t>PROJECTDOELEN</a:t>
            </a:r>
          </a:p>
        </p:txBody>
      </p:sp>
    </p:spTree>
    <p:extLst>
      <p:ext uri="{BB962C8B-B14F-4D97-AF65-F5344CB8AC3E}">
        <p14:creationId xmlns:p14="http://schemas.microsoft.com/office/powerpoint/2010/main" val="2757928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A54E-91CD-84B2-0756-6A685706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50 </a:t>
            </a:r>
            <a:r>
              <a:rPr lang="en-US" err="1"/>
              <a:t>procent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EC4F-1DDD-C49B-3BF3-B09F408D2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 radar sensor </a:t>
            </a:r>
            <a:r>
              <a:rPr lang="en-US" err="1"/>
              <a:t>verwerken</a:t>
            </a:r>
            <a:endParaRPr lang="en-US"/>
          </a:p>
          <a:p>
            <a:r>
              <a:rPr lang="en-US"/>
              <a:t>De sensor </a:t>
            </a:r>
            <a:r>
              <a:rPr lang="en-US" err="1"/>
              <a:t>behuizing</a:t>
            </a:r>
            <a:r>
              <a:rPr lang="en-US"/>
              <a:t> </a:t>
            </a:r>
            <a:r>
              <a:rPr lang="en-US" err="1"/>
              <a:t>verwerken</a:t>
            </a:r>
            <a:endParaRPr lang="en-US"/>
          </a:p>
          <a:p>
            <a:r>
              <a:rPr lang="en-US" err="1"/>
              <a:t>Benodigde</a:t>
            </a:r>
            <a:r>
              <a:rPr lang="en-US"/>
              <a:t> </a:t>
            </a:r>
            <a:r>
              <a:rPr lang="en-US" err="1"/>
              <a:t>onderzoeken</a:t>
            </a:r>
            <a:r>
              <a:rPr lang="en-US"/>
              <a:t>/</a:t>
            </a:r>
            <a:r>
              <a:rPr lang="en-US" err="1"/>
              <a:t>documentatie</a:t>
            </a:r>
            <a:r>
              <a:rPr lang="en-US"/>
              <a:t> </a:t>
            </a:r>
            <a:r>
              <a:rPr lang="en-US" err="1"/>
              <a:t>maken</a:t>
            </a:r>
          </a:p>
          <a:p>
            <a:r>
              <a:rPr lang="en-US"/>
              <a:t>LCD scherm </a:t>
            </a:r>
            <a:r>
              <a:rPr lang="en-US" err="1"/>
              <a:t>verwerken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4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Circuit</vt:lpstr>
      <vt:lpstr>Autonoom manoeuvreren in de haven</vt:lpstr>
      <vt:lpstr>Inhoud</vt:lpstr>
      <vt:lpstr>Opdrachtgever</vt:lpstr>
      <vt:lpstr>Context en Probleemstelling</vt:lpstr>
      <vt:lpstr>Onze oplossing</vt:lpstr>
      <vt:lpstr>PSP</vt:lpstr>
      <vt:lpstr>Onderzoek</vt:lpstr>
      <vt:lpstr>Architectuurdiagram</vt:lpstr>
      <vt:lpstr>Demo</vt:lpstr>
      <vt:lpstr>PowerPoint Presentation</vt:lpstr>
      <vt:lpstr>Volgende 50 procent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revision>1</cp:revision>
  <dcterms:created xsi:type="dcterms:W3CDTF">2025-02-14T14:23:52Z</dcterms:created>
  <dcterms:modified xsi:type="dcterms:W3CDTF">2025-04-11T12:30:29Z</dcterms:modified>
</cp:coreProperties>
</file>