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72" r:id="rId4"/>
    <p:sldId id="267" r:id="rId5"/>
    <p:sldId id="268" r:id="rId6"/>
    <p:sldId id="276" r:id="rId7"/>
    <p:sldId id="271" r:id="rId8"/>
    <p:sldId id="274" r:id="rId9"/>
    <p:sldId id="273" r:id="rId10"/>
    <p:sldId id="264" r:id="rId11"/>
    <p:sldId id="277" r:id="rId12"/>
    <p:sldId id="27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  <pc:spChg chg="add del">
          <ac:chgData name="Mees van der Waal (1052159)" userId="S::1052159@hr.nl::f47bb1cd-9a7d-4d84-91da-2dc9c3e5f91c" providerId="AD" clId="Web-{3BC2FEB3-5FE6-D2B0-83EF-43D3F212C5F8}" dt="2025-03-21T11:03:11.908" v="28"/>
          <ac:spMkLst>
            <pc:docMk/>
            <pc:sldMk cId="1448387869" sldId="264"/>
            <ac:spMk id="3" creationId="{75611EA5-C74C-EEF9-5368-E957897DD1D6}"/>
          </ac:spMkLst>
        </pc:spChg>
        <pc:picChg chg="add del">
          <ac:chgData name="Mees van der Waal (1052159)" userId="S::1052159@hr.nl::f47bb1cd-9a7d-4d84-91da-2dc9c3e5f91c" providerId="AD" clId="Web-{3BC2FEB3-5FE6-D2B0-83EF-43D3F212C5F8}" dt="2025-03-21T11:03:11.908" v="29"/>
          <ac:picMkLst>
            <pc:docMk/>
            <pc:sldMk cId="1448387869" sldId="264"/>
            <ac:picMk id="5" creationId="{4C8972C7-00E9-D332-E5DE-B5911116D81B}"/>
          </ac:picMkLst>
        </pc:picChg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  <pc:spChg chg="mod">
          <ac:chgData name="Mees van der Waal (1052159)" userId="S::1052159@hr.nl::f47bb1cd-9a7d-4d84-91da-2dc9c3e5f91c" providerId="AD" clId="Web-{3BC2FEB3-5FE6-D2B0-83EF-43D3F212C5F8}" dt="2025-03-21T11:11:15.782" v="87" actId="20577"/>
          <ac:spMkLst>
            <pc:docMk/>
            <pc:sldMk cId="462427109" sldId="267"/>
            <ac:spMk id="3" creationId="{04FE7EAC-2576-1320-3389-A13125ED8382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4:53.692" v="40"/>
          <ac:spMkLst>
            <pc:docMk/>
            <pc:sldMk cId="462427109" sldId="267"/>
            <ac:spMk id="81" creationId="{C2E4E997-8672-4FFD-B8EC-9932A8E4714B}"/>
          </ac:spMkLst>
        </pc:spChg>
        <pc:grpChg chg="add">
          <ac:chgData name="Mees van der Waal (1052159)" userId="S::1052159@hr.nl::f47bb1cd-9a7d-4d84-91da-2dc9c3e5f91c" providerId="AD" clId="Web-{3BC2FEB3-5FE6-D2B0-83EF-43D3F212C5F8}" dt="2025-03-21T11:04:53.692" v="40"/>
          <ac:grpSpMkLst>
            <pc:docMk/>
            <pc:sldMk cId="462427109" sldId="267"/>
            <ac:grpSpMk id="85" creationId="{453E4DEE-E996-40F8-8635-0FF43D7348F9}"/>
          </ac:grpSpMkLst>
        </pc:grpChg>
        <pc:picChg chg="add mod">
          <ac:chgData name="Mees van der Waal (1052159)" userId="S::1052159@hr.nl::f47bb1cd-9a7d-4d84-91da-2dc9c3e5f91c" providerId="AD" clId="Web-{3BC2FEB3-5FE6-D2B0-83EF-43D3F212C5F8}" dt="2025-03-21T11:04:53.692" v="40"/>
          <ac:picMkLst>
            <pc:docMk/>
            <pc:sldMk cId="462427109" sldId="267"/>
            <ac:picMk id="4" creationId="{341E3D86-9D1B-4414-2D57-B29B5FA72C96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4:53.692" v="40"/>
          <ac:picMkLst>
            <pc:docMk/>
            <pc:sldMk cId="462427109" sldId="267"/>
            <ac:picMk id="83" creationId="{FE6BA9E6-1D9E-4D30-B528-D49FA1342E4E}"/>
          </ac:picMkLst>
        </pc:picChg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  <pc:spChg chg="mod">
          <ac:chgData name="Mees van der Waal (1052159)" userId="S::1052159@hr.nl::f47bb1cd-9a7d-4d84-91da-2dc9c3e5f91c" providerId="AD" clId="Web-{3BC2FEB3-5FE6-D2B0-83EF-43D3F212C5F8}" dt="2025-03-21T11:02:33.079" v="3" actId="20577"/>
          <ac:spMkLst>
            <pc:docMk/>
            <pc:sldMk cId="3316613587" sldId="268"/>
            <ac:spMk id="3" creationId="{DE698152-C741-3D59-1696-E30510CFE50D}"/>
          </ac:spMkLst>
        </pc:spChg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  <pc:spChg chg="mo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2" creationId="{578AFCCB-5F34-5ADC-4F0E-B5CF096E70C6}"/>
          </ac:spMkLst>
        </pc:spChg>
        <pc:spChg chg="mo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3" creationId="{B760B328-D5FE-6F31-A16F-2A30F608BBD7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70" creationId="{34106153-7990-4956-BD26-A04A030064E7}"/>
          </ac:spMkLst>
        </pc:spChg>
        <pc:spChg chg="add">
          <ac:chgData name="Mees van der Waal (1052159)" userId="S::1052159@hr.nl::f47bb1cd-9a7d-4d84-91da-2dc9c3e5f91c" providerId="AD" clId="Web-{3BC2FEB3-5FE6-D2B0-83EF-43D3F212C5F8}" dt="2025-03-21T11:05:37.116" v="55"/>
          <ac:spMkLst>
            <pc:docMk/>
            <pc:sldMk cId="187904320" sldId="271"/>
            <ac:spMk id="130" creationId="{62B94F88-FD5B-4053-B143-DFF55CE44377}"/>
          </ac:spMkLst>
        </pc:spChg>
        <pc:grpChg chg="add">
          <ac:chgData name="Mees van der Waal (1052159)" userId="S::1052159@hr.nl::f47bb1cd-9a7d-4d84-91da-2dc9c3e5f91c" providerId="AD" clId="Web-{3BC2FEB3-5FE6-D2B0-83EF-43D3F212C5F8}" dt="2025-03-21T11:05:37.116" v="55"/>
          <ac:grpSpMkLst>
            <pc:docMk/>
            <pc:sldMk cId="187904320" sldId="271"/>
            <ac:grpSpMk id="14" creationId="{AB86F577-8905-4B21-8AF3-C1BB3433775D}"/>
          </ac:grpSpMkLst>
        </pc:grpChg>
        <pc:grpChg chg="add">
          <ac:chgData name="Mees van der Waal (1052159)" userId="S::1052159@hr.nl::f47bb1cd-9a7d-4d84-91da-2dc9c3e5f91c" providerId="AD" clId="Web-{3BC2FEB3-5FE6-D2B0-83EF-43D3F212C5F8}" dt="2025-03-21T11:05:37.116" v="55"/>
          <ac:grpSpMkLst>
            <pc:docMk/>
            <pc:sldMk cId="187904320" sldId="271"/>
            <ac:grpSpMk id="74" creationId="{866FCB64-0A37-46EB-8A9B-EC0C4C000AA4}"/>
          </ac:grpSpMkLst>
        </pc:grpChg>
        <pc:picChg chg="add mo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7" creationId="{775FE6A1-8D4D-2EB4-BA8F-F256F732FA00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12" creationId="{678E285C-BE9E-45B7-A3EE-B9792DAE9917}"/>
          </ac:picMkLst>
        </pc:picChg>
        <pc:picChg chg="add">
          <ac:chgData name="Mees van der Waal (1052159)" userId="S::1052159@hr.nl::f47bb1cd-9a7d-4d84-91da-2dc9c3e5f91c" providerId="AD" clId="Web-{3BC2FEB3-5FE6-D2B0-83EF-43D3F212C5F8}" dt="2025-03-21T11:05:37.116" v="55"/>
          <ac:picMkLst>
            <pc:docMk/>
            <pc:sldMk cId="187904320" sldId="271"/>
            <ac:picMk id="72" creationId="{BDEA11A5-20BA-4650-A324-47C0465FF5A4}"/>
          </ac:picMkLst>
        </pc:picChg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  <pc:spChg chg="add mod">
          <ac:chgData name="Mees van der Waal (1052159)" userId="S::1052159@hr.nl::f47bb1cd-9a7d-4d84-91da-2dc9c3e5f91c" providerId="AD" clId="Web-{3BC2FEB3-5FE6-D2B0-83EF-43D3F212C5F8}" dt="2025-03-21T11:11:31.438" v="104" actId="20577"/>
          <ac:spMkLst>
            <pc:docMk/>
            <pc:sldMk cId="1925568384" sldId="272"/>
            <ac:spMk id="9" creationId="{147C8801-067B-10A4-417E-65138165C8ED}"/>
          </ac:spMkLst>
        </pc:spChg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  <pc:spChg chg="mod">
          <ac:chgData name="Mees van der Waal (1052159)" userId="S::1052159@hr.nl::f47bb1cd-9a7d-4d84-91da-2dc9c3e5f91c" providerId="AD" clId="Web-{3BC2FEB3-5FE6-D2B0-83EF-43D3F212C5F8}" dt="2025-03-21T11:06:30.023" v="60"/>
          <ac:spMkLst>
            <pc:docMk/>
            <pc:sldMk cId="2830931085" sldId="273"/>
            <ac:spMk id="2" creationId="{532D83C0-5928-3D25-8DF8-C73DAB7D5600}"/>
          </ac:spMkLst>
        </pc:spChg>
        <pc:graphicFrameChg chg="add">
          <ac:chgData name="Mees van der Waal (1052159)" userId="S::1052159@hr.nl::f47bb1cd-9a7d-4d84-91da-2dc9c3e5f91c" providerId="AD" clId="Web-{3BC2FEB3-5FE6-D2B0-83EF-43D3F212C5F8}" dt="2025-03-21T11:06:30.023" v="60"/>
          <ac:graphicFrameMkLst>
            <pc:docMk/>
            <pc:sldMk cId="2830931085" sldId="273"/>
            <ac:graphicFrameMk id="9" creationId="{1B9B96BE-6ABB-FEBD-720F-A69EB1265084}"/>
          </ac:graphicFrameMkLst>
        </pc:graphicFrame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  <pc:picChg chg="mod">
          <ac:chgData name="Hidde Gerritsen (1079142)" userId="bd1019e9-fe7d-45bb-8938-4a3398eba8be" providerId="ADAL" clId="{8CC75E13-8196-8C4A-BF1B-A4F40094192E}" dt="2025-03-24T09:10:28.546" v="165" actId="1076"/>
          <ac:picMkLst>
            <pc:docMk/>
            <pc:sldMk cId="1448387869" sldId="264"/>
            <ac:picMk id="5" creationId="{4C8972C7-00E9-D332-E5DE-B5911116D81B}"/>
          </ac:picMkLst>
        </pc:picChg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  <pc:spChg chg="mod">
          <ac:chgData name="Hidde Gerritsen (1079142)" userId="bd1019e9-fe7d-45bb-8938-4a3398eba8be" providerId="ADAL" clId="{8CC75E13-8196-8C4A-BF1B-A4F40094192E}" dt="2025-03-24T09:19:36.610" v="334" actId="1076"/>
          <ac:spMkLst>
            <pc:docMk/>
            <pc:sldMk cId="462427109" sldId="267"/>
            <ac:spMk id="3" creationId="{04FE7EAC-2576-1320-3389-A13125ED8382}"/>
          </ac:spMkLst>
        </pc:spChg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  <pc:spChg chg="mod">
          <ac:chgData name="Hidde Gerritsen (1079142)" userId="bd1019e9-fe7d-45bb-8938-4a3398eba8be" providerId="ADAL" clId="{8CC75E13-8196-8C4A-BF1B-A4F40094192E}" dt="2025-03-24T09:05:34.239" v="1" actId="1076"/>
          <ac:spMkLst>
            <pc:docMk/>
            <pc:sldMk cId="3316613587" sldId="268"/>
            <ac:spMk id="12" creationId="{F0424C9A-685D-C0BE-B912-B48372C7EAD2}"/>
          </ac:spMkLst>
        </pc:spChg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  <pc:graphicFrameChg chg="mod">
          <ac:chgData name="Hidde Gerritsen (1079142)" userId="bd1019e9-fe7d-45bb-8938-4a3398eba8be" providerId="ADAL" clId="{8CC75E13-8196-8C4A-BF1B-A4F40094192E}" dt="2025-03-24T09:15:43.480" v="310"/>
          <ac:graphicFrameMkLst>
            <pc:docMk/>
            <pc:sldMk cId="2830931085" sldId="273"/>
            <ac:graphicFrameMk id="9" creationId="{1B9B96BE-6ABB-FEBD-720F-A69EB1265084}"/>
          </ac:graphicFrameMkLst>
        </pc:graphicFrameChg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  <pc:spChg chg="add mod">
          <ac:chgData name="Hidde Gerritsen (1079142)" userId="bd1019e9-fe7d-45bb-8938-4a3398eba8be" providerId="ADAL" clId="{8CC75E13-8196-8C4A-BF1B-A4F40094192E}" dt="2025-03-24T09:07:17.773" v="19" actId="20577"/>
          <ac:spMkLst>
            <pc:docMk/>
            <pc:sldMk cId="2937471029" sldId="276"/>
            <ac:spMk id="7" creationId="{CBED1AC0-8E6C-B85F-D419-B2706CD32C6B}"/>
          </ac:spMkLst>
        </pc:spChg>
        <pc:picChg chg="add mod">
          <ac:chgData name="Hidde Gerritsen (1079142)" userId="bd1019e9-fe7d-45bb-8938-4a3398eba8be" providerId="ADAL" clId="{8CC75E13-8196-8C4A-BF1B-A4F40094192E}" dt="2025-03-24T09:07:12.284" v="18" actId="1076"/>
          <ac:picMkLst>
            <pc:docMk/>
            <pc:sldMk cId="2937471029" sldId="276"/>
            <ac:picMk id="4" creationId="{29BE9AEE-66F7-180E-776D-FD507E8BF739}"/>
          </ac:picMkLst>
        </pc:picChg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  <pc:spChg chg="mod">
          <ac:chgData name="Hidde Gerritsen (1079142)" userId="bd1019e9-fe7d-45bb-8938-4a3398eba8be" providerId="ADAL" clId="{8CC75E13-8196-8C4A-BF1B-A4F40094192E}" dt="2025-03-27T09:26:16.158" v="454" actId="1076"/>
          <ac:spMkLst>
            <pc:docMk/>
            <pc:sldMk cId="3966701848" sldId="277"/>
            <ac:spMk id="3" creationId="{AC749257-F260-2C02-E03F-7A86B6FE4D6A}"/>
          </ac:spMkLst>
        </pc:spChg>
        <pc:picChg chg="add mod">
          <ac:chgData name="Hidde Gerritsen (1079142)" userId="bd1019e9-fe7d-45bb-8938-4a3398eba8be" providerId="ADAL" clId="{8CC75E13-8196-8C4A-BF1B-A4F40094192E}" dt="2025-03-24T09:09:27.013" v="28" actId="1076"/>
          <ac:picMkLst>
            <pc:docMk/>
            <pc:sldMk cId="3966701848" sldId="277"/>
            <ac:picMk id="7" creationId="{76B949F7-F17B-3F90-6C07-5F7E6CC6577E}"/>
          </ac:picMkLst>
        </pc:picChg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  <pc:spChg chg="mod">
          <ac:chgData name="Hidde Gerritsen (1079142)" userId="bd1019e9-fe7d-45bb-8938-4a3398eba8be" providerId="ADAL" clId="{8CC75E13-8196-8C4A-BF1B-A4F40094192E}" dt="2025-03-24T09:26:45.944" v="452" actId="20577"/>
          <ac:spMkLst>
            <pc:docMk/>
            <pc:sldMk cId="3888164645" sldId="279"/>
            <ac:spMk id="3" creationId="{C61F9D0B-E9A0-74E4-2A2E-8A3458D9522A}"/>
          </ac:spMkLst>
        </pc:spChg>
        <pc:picChg chg="add mod">
          <ac:chgData name="Hidde Gerritsen (1079142)" userId="bd1019e9-fe7d-45bb-8938-4a3398eba8be" providerId="ADAL" clId="{8CC75E13-8196-8C4A-BF1B-A4F40094192E}" dt="2025-03-24T09:26:27.829" v="380"/>
          <ac:picMkLst>
            <pc:docMk/>
            <pc:sldMk cId="3888164645" sldId="279"/>
            <ac:picMk id="5" creationId="{07853AD8-5C84-B283-2334-B5020C260F43}"/>
          </ac:picMkLst>
        </pc:picChg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3EF45F4D-DC4D-8620-F645-7D8AF43EBE8C}" dt="2025-02-14T14:43:57.258" v="286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9B28D821-E689-A882-8C7B-D0A91A61FAFD}" dt="2025-03-07T11:48:49.035" v="35" actId="20577"/>
          <ac:spMkLst>
            <pc:docMk/>
            <pc:sldMk cId="462427109" sldId="267"/>
            <ac:spMk id="3" creationId="{04FE7EAC-2576-1320-3389-A13125ED8382}"/>
          </ac:spMkLst>
        </pc:spChg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  <pc:spChg chg="mod">
          <ac:chgData name="Hwayda Hwayda Bashair (1049850)" userId="S::1049850@hr.nl::cfc65a82-fb1c-475e-92d7-ff76e90f0086" providerId="AD" clId="Web-{9B28D821-E689-A882-8C7B-D0A91A61FAFD}" dt="2025-03-07T11:45:22.717" v="12" actId="20577"/>
          <ac:spMkLst>
            <pc:docMk/>
            <pc:sldMk cId="2830931085" sldId="273"/>
            <ac:spMk id="2" creationId="{532D83C0-5928-3D25-8DF8-C73DAB7D5600}"/>
          </ac:spMkLst>
        </pc:sp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  <pc:spChg chg="mod">
          <ac:chgData name="Hwayda Hwayda Bashair (1049850)" userId="S::1049850@hr.nl::cfc65a82-fb1c-475e-92d7-ff76e90f0086" providerId="AD" clId="Web-{F27ABF13-F0A9-E0DA-C052-D664AB5D4DED}" dt="2025-03-07T10:52:46.921" v="52" actId="20577"/>
          <ac:spMkLst>
            <pc:docMk/>
            <pc:sldMk cId="462427109" sldId="267"/>
            <ac:spMk id="2" creationId="{8D3BB8E0-DAF4-154A-67D6-C32EBA868364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0:53:05.937" v="54" actId="20577"/>
          <ac:spMkLst>
            <pc:docMk/>
            <pc:sldMk cId="462427109" sldId="267"/>
            <ac:spMk id="3" creationId="{04FE7EAC-2576-1320-3389-A13125ED8382}"/>
          </ac:spMkLst>
        </pc:spChg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  <pc:spChg chg="mod">
          <ac:chgData name="Hwayda Hwayda Bashair (1049850)" userId="S::1049850@hr.nl::cfc65a82-fb1c-475e-92d7-ff76e90f0086" providerId="AD" clId="Web-{F27ABF13-F0A9-E0DA-C052-D664AB5D4DED}" dt="2025-03-07T10:58:45.284" v="84"/>
          <ac:spMkLst>
            <pc:docMk/>
            <pc:sldMk cId="3316613587" sldId="268"/>
            <ac:spMk id="2" creationId="{4CD9252A-AFAB-0B18-022B-B07778F3F468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27:59.501" v="112"/>
          <ac:spMkLst>
            <pc:docMk/>
            <pc:sldMk cId="3316613587" sldId="268"/>
            <ac:spMk id="3" creationId="{DE698152-C741-3D59-1696-E30510CFE50D}"/>
          </ac:spMkLst>
        </pc:spChg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  <pc:spChg chg="mod">
          <ac:chgData name="Hwayda Hwayda Bashair (1049850)" userId="S::1049850@hr.nl::cfc65a82-fb1c-475e-92d7-ff76e90f0086" providerId="AD" clId="Web-{F27ABF13-F0A9-E0DA-C052-D664AB5D4DED}" dt="2025-03-07T11:28:12.798" v="122" actId="20577"/>
          <ac:spMkLst>
            <pc:docMk/>
            <pc:sldMk cId="187904320" sldId="271"/>
            <ac:spMk id="2" creationId="{578AFCCB-5F34-5ADC-4F0E-B5CF096E70C6}"/>
          </ac:spMkLst>
        </pc:spChg>
        <pc:spChg chg="mod">
          <ac:chgData name="Hwayda Hwayda Bashair (1049850)" userId="S::1049850@hr.nl::cfc65a82-fb1c-475e-92d7-ff76e90f0086" providerId="AD" clId="Web-{F27ABF13-F0A9-E0DA-C052-D664AB5D4DED}" dt="2025-03-07T11:32:14.306" v="229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  <pc:spChg chg="mod">
          <ac:chgData name="Hwayda Hwayda Bashair (1049850)" userId="S::1049850@hr.nl::cfc65a82-fb1c-475e-92d7-ff76e90f0086" providerId="AD" clId="Web-{F27ABF13-F0A9-E0DA-C052-D664AB5D4DED}" dt="2025-03-07T11:31:55.212" v="201" actId="20577"/>
          <ac:spMkLst>
            <pc:docMk/>
            <pc:sldMk cId="1925568384" sldId="272"/>
            <ac:spMk id="2" creationId="{3F905561-BC5E-1C39-7400-5FE28A6FC801}"/>
          </ac:spMkLst>
        </pc:spChg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  <pc:spChg chg="mod">
          <ac:chgData name="Mees van der Waal (1052159)" userId="S::1052159@hr.nl::f47bb1cd-9a7d-4d84-91da-2dc9c3e5f91c" providerId="AD" clId="Web-{4D86810B-0965-5F67-1518-DF680C869892}" dt="2025-03-10T09:20:11.157" v="7" actId="20577"/>
          <ac:spMkLst>
            <pc:docMk/>
            <pc:sldMk cId="1448387869" sldId="264"/>
            <ac:spMk id="3" creationId="{75611EA5-C74C-EEF9-5368-E957897DD1D6}"/>
          </ac:spMkLst>
        </pc:spChg>
        <pc:picChg chg="mod modCrop">
          <ac:chgData name="Mees van der Waal (1052159)" userId="S::1052159@hr.nl::f47bb1cd-9a7d-4d84-91da-2dc9c3e5f91c" providerId="AD" clId="Web-{4D86810B-0965-5F67-1518-DF680C869892}" dt="2025-03-10T09:20:56.112" v="9"/>
          <ac:picMkLst>
            <pc:docMk/>
            <pc:sldMk cId="1448387869" sldId="264"/>
            <ac:picMk id="5" creationId="{4C8972C7-00E9-D332-E5DE-B5911116D81B}"/>
          </ac:picMkLst>
        </pc:picChg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  <pc:spChg chg="mod">
          <ac:chgData name="Mees van der Waal (1052159)" userId="S::1052159@hr.nl::f47bb1cd-9a7d-4d84-91da-2dc9c3e5f91c" providerId="AD" clId="Web-{4D86810B-0965-5F67-1518-DF680C869892}" dt="2025-03-10T09:25:59.420" v="38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D8E76ED8-6577-7B45-A735-4968E733AB71}" dt="2025-03-10T09:21:18.896" v="964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D8E76ED8-6577-7B45-A735-4968E733AB71}" dt="2025-03-07T11:37:08.637" v="589" actId="1076"/>
          <ac:picMkLst>
            <pc:docMk/>
            <pc:sldMk cId="1448387869" sldId="264"/>
            <ac:picMk id="5" creationId="{4C8972C7-00E9-D332-E5DE-B5911116D81B}"/>
          </ac:picMkLst>
        </pc:picChg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  <pc:spChg chg="mod">
          <ac:chgData name="Hidde Gerritsen (1079142)" userId="bd1019e9-fe7d-45bb-8938-4a3398eba8be" providerId="ADAL" clId="{D8E76ED8-6577-7B45-A735-4968E733AB71}" dt="2025-03-10T09:24:25.395" v="969" actId="20577"/>
          <ac:spMkLst>
            <pc:docMk/>
            <pc:sldMk cId="3316613587" sldId="268"/>
            <ac:spMk id="3" creationId="{DE698152-C741-3D59-1696-E30510CFE50D}"/>
          </ac:spMkLst>
        </pc:spChg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05FA944A-5BA2-F39D-D5CB-CE54CF5C0504}" dt="2025-03-21T12:25:47.561" v="203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  <pc:spChg chg="mod">
          <ac:chgData name="Hwayda Hwayda Bashair (1049850)" userId="S::1049850@hr.nl::cfc65a82-fb1c-475e-92d7-ff76e90f0086" providerId="AD" clId="Web-{05FA944A-5BA2-F39D-D5CB-CE54CF5C0504}" dt="2025-03-21T11:04:26.582" v="18"/>
          <ac:spMkLst>
            <pc:docMk/>
            <pc:sldMk cId="3316613587" sldId="268"/>
            <ac:spMk id="2" creationId="{4CD9252A-AFAB-0B18-022B-B07778F3F468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2:06.287" v="133" actId="20577"/>
          <ac:spMkLst>
            <pc:docMk/>
            <pc:sldMk cId="3316613587" sldId="268"/>
            <ac:spMk id="3" creationId="{DE698152-C741-3D59-1696-E30510CFE50D}"/>
          </ac:spMkLst>
        </pc:spChg>
        <pc:spChg chg="add mod">
          <ac:chgData name="Hwayda Hwayda Bashair (1049850)" userId="S::1049850@hr.nl::cfc65a82-fb1c-475e-92d7-ff76e90f0086" providerId="AD" clId="Web-{05FA944A-5BA2-F39D-D5CB-CE54CF5C0504}" dt="2025-03-21T11:08:18.075" v="128" actId="14100"/>
          <ac:spMkLst>
            <pc:docMk/>
            <pc:sldMk cId="3316613587" sldId="268"/>
            <ac:spMk id="12" creationId="{F0424C9A-685D-C0BE-B912-B48372C7EAD2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04:26.582" v="18"/>
          <ac:spMkLst>
            <pc:docMk/>
            <pc:sldMk cId="3316613587" sldId="268"/>
            <ac:spMk id="139" creationId="{E6A49086-297C-45EA-8090-994D8666610E}"/>
          </ac:spMkLst>
        </pc:spChg>
        <pc:grpChg chg="add">
          <ac:chgData name="Hwayda Hwayda Bashair (1049850)" userId="S::1049850@hr.nl::cfc65a82-fb1c-475e-92d7-ff76e90f0086" providerId="AD" clId="Web-{05FA944A-5BA2-F39D-D5CB-CE54CF5C0504}" dt="2025-03-21T11:04:26.582" v="18"/>
          <ac:grpSpMkLst>
            <pc:docMk/>
            <pc:sldMk cId="3316613587" sldId="268"/>
            <ac:grpSpMk id="83" creationId="{039C885C-7507-48BC-8DA5-9B9A8A3B290E}"/>
          </ac:grpSpMkLst>
        </pc:grpChg>
        <pc:picChg chg="add mod">
          <ac:chgData name="Hwayda Hwayda Bashair (1049850)" userId="S::1049850@hr.nl::cfc65a82-fb1c-475e-92d7-ff76e90f0086" providerId="AD" clId="Web-{05FA944A-5BA2-F39D-D5CB-CE54CF5C0504}" dt="2025-03-21T11:08:41.170" v="131" actId="1076"/>
          <ac:picMkLst>
            <pc:docMk/>
            <pc:sldMk cId="3316613587" sldId="268"/>
            <ac:picMk id="5" creationId="{1CD531DC-89E4-E6A9-B2F7-6D2DDA383901}"/>
          </ac:picMkLst>
        </pc:picChg>
        <pc:picChg chg="add mod">
          <ac:chgData name="Hwayda Hwayda Bashair (1049850)" userId="S::1049850@hr.nl::cfc65a82-fb1c-475e-92d7-ff76e90f0086" providerId="AD" clId="Web-{05FA944A-5BA2-F39D-D5CB-CE54CF5C0504}" dt="2025-03-21T11:08:39.045" v="130" actId="1076"/>
          <ac:picMkLst>
            <pc:docMk/>
            <pc:sldMk cId="3316613587" sldId="268"/>
            <ac:picMk id="6" creationId="{B2718E4B-52B9-E014-E782-2C9366EB7BDB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04:26.582" v="18"/>
          <ac:picMkLst>
            <pc:docMk/>
            <pc:sldMk cId="3316613587" sldId="268"/>
            <ac:picMk id="81" creationId="{9EB19A0D-88ED-4EC7-B012-FDA45662F228}"/>
          </ac:picMkLst>
        </pc:picChg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  <pc:spChg chg="mod">
          <ac:chgData name="Hwayda Hwayda Bashair (1049850)" userId="S::1049850@hr.nl::cfc65a82-fb1c-475e-92d7-ff76e90f0086" providerId="AD" clId="Web-{05FA944A-5BA2-F39D-D5CB-CE54CF5C0504}" dt="2025-03-21T11:16:05.031" v="155" actId="20577"/>
          <ac:spMkLst>
            <pc:docMk/>
            <pc:sldMk cId="187904320" sldId="271"/>
            <ac:spMk id="3" creationId="{B760B328-D5FE-6F31-A16F-2A30F608BBD7}"/>
          </ac:spMkLst>
        </pc:spChg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  <pc:spChg chg="mo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2" creationId="{3F905561-BC5E-1C39-7400-5FE28A6FC801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6:37.251" v="158" actId="20577"/>
          <ac:spMkLst>
            <pc:docMk/>
            <pc:sldMk cId="1925568384" sldId="272"/>
            <ac:spMk id="9" creationId="{147C8801-067B-10A4-417E-65138165C8ED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14" creationId="{6697F791-5FFA-4164-899F-EB52EA72B024}"/>
          </ac:spMkLst>
        </pc:spChg>
        <pc:spChg chg="add">
          <ac:chgData name="Hwayda Hwayda Bashair (1049850)" userId="S::1049850@hr.nl::cfc65a82-fb1c-475e-92d7-ff76e90f0086" providerId="AD" clId="Web-{05FA944A-5BA2-F39D-D5CB-CE54CF5C0504}" dt="2025-03-21T11:15:39.296" v="152"/>
          <ac:spMkLst>
            <pc:docMk/>
            <pc:sldMk cId="1925568384" sldId="272"/>
            <ac:spMk id="18" creationId="{B773AB25-A422-41AA-9737-5E04C1966DE1}"/>
          </ac:spMkLst>
        </pc:spChg>
        <pc:grpChg chg="add">
          <ac:chgData name="Hwayda Hwayda Bashair (1049850)" userId="S::1049850@hr.nl::cfc65a82-fb1c-475e-92d7-ff76e90f0086" providerId="AD" clId="Web-{05FA944A-5BA2-F39D-D5CB-CE54CF5C0504}" dt="2025-03-21T11:15:39.296" v="152"/>
          <ac:grpSpMkLst>
            <pc:docMk/>
            <pc:sldMk cId="1925568384" sldId="272"/>
            <ac:grpSpMk id="22" creationId="{6AD0D387-1584-4477-B5F8-52B50D4F2205}"/>
          </ac:grpSpMkLst>
        </pc:grpChg>
        <pc:picChg chg="add mo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8" creationId="{255C1190-DA6B-B48D-E48D-E8D605FDAE12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16" creationId="{4E28A1A9-FB81-4816-AAEA-C3B430946951}"/>
          </ac:picMkLst>
        </pc:picChg>
        <pc:picChg chg="add">
          <ac:chgData name="Hwayda Hwayda Bashair (1049850)" userId="S::1049850@hr.nl::cfc65a82-fb1c-475e-92d7-ff76e90f0086" providerId="AD" clId="Web-{05FA944A-5BA2-F39D-D5CB-CE54CF5C0504}" dt="2025-03-21T11:15:39.296" v="152"/>
          <ac:picMkLst>
            <pc:docMk/>
            <pc:sldMk cId="1925568384" sldId="272"/>
            <ac:picMk id="20" creationId="{AF0552B8-DE8C-40DF-B29F-1728E6A10619}"/>
          </ac:picMkLst>
        </pc:picChg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  <pc:spChg chg="mod">
          <ac:chgData name="Hwayda Hwayda Bashair (1049850)" userId="S::1049850@hr.nl::cfc65a82-fb1c-475e-92d7-ff76e90f0086" providerId="AD" clId="Web-{05FA944A-5BA2-F39D-D5CB-CE54CF5C0504}" dt="2025-03-21T11:12:20.132" v="146" actId="20577"/>
          <ac:spMkLst>
            <pc:docMk/>
            <pc:sldMk cId="3713448215" sldId="274"/>
            <ac:spMk id="2" creationId="{9A71C6F4-27A0-0196-2DD9-ECA366E39A11}"/>
          </ac:spMkLst>
        </pc:spChg>
        <pc:spChg chg="mod">
          <ac:chgData name="Hwayda Hwayda Bashair (1049850)" userId="S::1049850@hr.nl::cfc65a82-fb1c-475e-92d7-ff76e90f0086" providerId="AD" clId="Web-{05FA944A-5BA2-F39D-D5CB-CE54CF5C0504}" dt="2025-03-21T11:12:44.226" v="149" actId="20577"/>
          <ac:spMkLst>
            <pc:docMk/>
            <pc:sldMk cId="3713448215" sldId="274"/>
            <ac:spMk id="3" creationId="{7220A0C4-E337-698F-02DB-DD9821EF5E7A}"/>
          </ac:spMkLst>
        </pc:spChg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ACB0CC0B-1314-B745-8801-DA505451F9EA}" dt="2025-02-14T14:47:09.933" v="496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ACB0CC0B-1314-B745-8801-DA505451F9EA}" dt="2025-02-14T14:44:18.926" v="474"/>
          <ac:picMkLst>
            <pc:docMk/>
            <pc:sldMk cId="1448387869" sldId="264"/>
            <ac:picMk id="4" creationId="{EB118A02-1278-A704-599C-314C49CAEB5F}"/>
          </ac:picMkLst>
        </pc:picChg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0F0B6-0788-49FF-8EA2-44FDB51BB2A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7710F5C-4886-40FE-8A8C-78ED832F116B}">
      <dgm:prSet/>
      <dgm:spPr/>
      <dgm:t>
        <a:bodyPr/>
        <a:lstStyle/>
        <a:p>
          <a:pPr>
            <a:defRPr b="1"/>
          </a:pPr>
          <a:r>
            <a:rPr lang="en-US"/>
            <a:t>Wat ging er goed?</a:t>
          </a:r>
        </a:p>
      </dgm:t>
    </dgm:pt>
    <dgm:pt modelId="{8B3BD745-81BF-42B4-B5AA-C506203EECE1}" type="parTrans" cxnId="{B987741C-C7B2-4B05-9321-80F37686403D}">
      <dgm:prSet/>
      <dgm:spPr/>
      <dgm:t>
        <a:bodyPr/>
        <a:lstStyle/>
        <a:p>
          <a:endParaRPr lang="en-US"/>
        </a:p>
      </dgm:t>
    </dgm:pt>
    <dgm:pt modelId="{21C79AE9-684D-41EF-95E3-C2E8D05B10CA}" type="sibTrans" cxnId="{B987741C-C7B2-4B05-9321-80F37686403D}">
      <dgm:prSet/>
      <dgm:spPr/>
      <dgm:t>
        <a:bodyPr/>
        <a:lstStyle/>
        <a:p>
          <a:endParaRPr lang="en-US"/>
        </a:p>
      </dgm:t>
    </dgm:pt>
    <dgm:pt modelId="{90A36009-86A0-4E8A-8AC2-D5F89E3D6471}">
      <dgm:prSet/>
      <dgm:spPr/>
      <dgm:t>
        <a:bodyPr/>
        <a:lstStyle/>
        <a:p>
          <a:pPr algn="ctr"/>
          <a:r>
            <a:rPr lang="en-US"/>
            <a:t>Goede </a:t>
          </a:r>
          <a:r>
            <a:rPr lang="en-US" err="1"/>
            <a:t>taakverdeling</a:t>
          </a:r>
          <a:endParaRPr lang="en-US"/>
        </a:p>
      </dgm:t>
    </dgm:pt>
    <dgm:pt modelId="{27C6CC4B-8FF3-4B8B-A6BC-76FDC4D88201}" type="parTrans" cxnId="{BD2B7CAB-6066-422F-8A59-F39FE878E3FA}">
      <dgm:prSet/>
      <dgm:spPr/>
      <dgm:t>
        <a:bodyPr/>
        <a:lstStyle/>
        <a:p>
          <a:endParaRPr lang="en-US"/>
        </a:p>
      </dgm:t>
    </dgm:pt>
    <dgm:pt modelId="{79D995AB-B89A-4066-9A92-2C3D0F0FF6BA}" type="sibTrans" cxnId="{BD2B7CAB-6066-422F-8A59-F39FE878E3FA}">
      <dgm:prSet/>
      <dgm:spPr/>
      <dgm:t>
        <a:bodyPr/>
        <a:lstStyle/>
        <a:p>
          <a:endParaRPr lang="en-US"/>
        </a:p>
      </dgm:t>
    </dgm:pt>
    <dgm:pt modelId="{6B96D82C-B4F1-45DA-A9B0-DB5A6189ED1A}">
      <dgm:prSet/>
      <dgm:spPr/>
      <dgm:t>
        <a:bodyPr/>
        <a:lstStyle/>
        <a:p>
          <a:pPr>
            <a:defRPr b="1"/>
          </a:pPr>
          <a:r>
            <a:rPr lang="en-US"/>
            <a:t>Wat kan er beter?</a:t>
          </a:r>
        </a:p>
      </dgm:t>
    </dgm:pt>
    <dgm:pt modelId="{6F84B660-FFF9-4E7E-880A-1BEE4D79522A}" type="parTrans" cxnId="{A43807D9-977E-469B-914D-EDD45007B286}">
      <dgm:prSet/>
      <dgm:spPr/>
      <dgm:t>
        <a:bodyPr/>
        <a:lstStyle/>
        <a:p>
          <a:endParaRPr lang="en-US"/>
        </a:p>
      </dgm:t>
    </dgm:pt>
    <dgm:pt modelId="{5DF07DB5-04D5-49BF-9535-97E2BFD58850}" type="sibTrans" cxnId="{A43807D9-977E-469B-914D-EDD45007B286}">
      <dgm:prSet/>
      <dgm:spPr/>
      <dgm:t>
        <a:bodyPr/>
        <a:lstStyle/>
        <a:p>
          <a:endParaRPr lang="en-US"/>
        </a:p>
      </dgm:t>
    </dgm:pt>
    <dgm:pt modelId="{93054743-A6E0-4C91-A038-D84AF49A7610}">
      <dgm:prSet/>
      <dgm:spPr/>
      <dgm:t>
        <a:bodyPr/>
        <a:lstStyle/>
        <a:p>
          <a:r>
            <a:rPr lang="en-US" err="1"/>
            <a:t>Documenteren</a:t>
          </a:r>
          <a:r>
            <a:rPr lang="en-US"/>
            <a:t> van </a:t>
          </a:r>
          <a:r>
            <a:rPr lang="en-US" err="1"/>
            <a:t>gemaakte</a:t>
          </a:r>
          <a:r>
            <a:rPr lang="en-US"/>
            <a:t> </a:t>
          </a:r>
          <a:r>
            <a:rPr lang="en-US" err="1"/>
            <a:t>keuzes</a:t>
          </a:r>
          <a:endParaRPr lang="en-US"/>
        </a:p>
      </dgm:t>
    </dgm:pt>
    <dgm:pt modelId="{CE3630DC-A3A9-4C72-9526-C9F0422CC3F7}" type="parTrans" cxnId="{A9FF756E-C19B-42AA-BAB7-C5FB136D8672}">
      <dgm:prSet/>
      <dgm:spPr/>
      <dgm:t>
        <a:bodyPr/>
        <a:lstStyle/>
        <a:p>
          <a:endParaRPr lang="en-US"/>
        </a:p>
      </dgm:t>
    </dgm:pt>
    <dgm:pt modelId="{4F38D6CD-E9CE-4741-9488-BD8C7A031E89}" type="sibTrans" cxnId="{A9FF756E-C19B-42AA-BAB7-C5FB136D8672}">
      <dgm:prSet/>
      <dgm:spPr/>
      <dgm:t>
        <a:bodyPr/>
        <a:lstStyle/>
        <a:p>
          <a:endParaRPr lang="en-US"/>
        </a:p>
      </dgm:t>
    </dgm:pt>
    <dgm:pt modelId="{CD080EED-FA08-4FC2-94DD-3F15BBABBBB9}">
      <dgm:prSet/>
      <dgm:spPr/>
      <dgm:t>
        <a:bodyPr/>
        <a:lstStyle/>
        <a:p>
          <a:pPr>
            <a:defRPr b="1"/>
          </a:pPr>
          <a:r>
            <a:rPr lang="en-US"/>
            <a:t>Wat gaan we doen?</a:t>
          </a:r>
        </a:p>
      </dgm:t>
    </dgm:pt>
    <dgm:pt modelId="{33FF963A-E5C1-4D72-B165-5A94E41D90EB}" type="parTrans" cxnId="{63DAA1D7-4AED-4F48-BA1E-8246816DA383}">
      <dgm:prSet/>
      <dgm:spPr/>
      <dgm:t>
        <a:bodyPr/>
        <a:lstStyle/>
        <a:p>
          <a:endParaRPr lang="en-US"/>
        </a:p>
      </dgm:t>
    </dgm:pt>
    <dgm:pt modelId="{78294219-45D5-4CC5-A16C-D10CA580B154}" type="sibTrans" cxnId="{63DAA1D7-4AED-4F48-BA1E-8246816DA383}">
      <dgm:prSet/>
      <dgm:spPr/>
      <dgm:t>
        <a:bodyPr/>
        <a:lstStyle/>
        <a:p>
          <a:endParaRPr lang="en-US"/>
        </a:p>
      </dgm:t>
    </dgm:pt>
    <dgm:pt modelId="{027EF1AF-12AD-49F2-9E0D-6399C9C53B11}">
      <dgm:prSet/>
      <dgm:spPr/>
      <dgm:t>
        <a:bodyPr/>
        <a:lstStyle/>
        <a:p>
          <a:r>
            <a:rPr lang="en-US" err="1"/>
            <a:t>Gestructureerder</a:t>
          </a:r>
          <a:r>
            <a:rPr lang="en-US"/>
            <a:t> </a:t>
          </a:r>
          <a:r>
            <a:rPr lang="en-US" err="1"/>
            <a:t>te</a:t>
          </a:r>
          <a:r>
            <a:rPr lang="en-US"/>
            <a:t> </a:t>
          </a:r>
          <a:r>
            <a:rPr lang="en-US" err="1"/>
            <a:t>werk</a:t>
          </a:r>
          <a:r>
            <a:rPr lang="en-US"/>
            <a:t>, </a:t>
          </a:r>
          <a:r>
            <a:rPr lang="en-US" err="1"/>
            <a:t>alles</a:t>
          </a:r>
          <a:r>
            <a:rPr lang="en-US"/>
            <a:t> </a:t>
          </a:r>
          <a:r>
            <a:rPr lang="en-US" err="1"/>
            <a:t>documenteren</a:t>
          </a:r>
          <a:r>
            <a:rPr lang="en-US"/>
            <a:t> </a:t>
          </a:r>
          <a:r>
            <a:rPr lang="en-US" err="1"/>
            <a:t>en</a:t>
          </a:r>
          <a:r>
            <a:rPr lang="en-US"/>
            <a:t> </a:t>
          </a:r>
          <a:r>
            <a:rPr lang="en-US" err="1"/>
            <a:t>vastleggen</a:t>
          </a:r>
          <a:endParaRPr lang="en-US"/>
        </a:p>
      </dgm:t>
    </dgm:pt>
    <dgm:pt modelId="{B09A2B99-7895-4ADF-8003-0083B7AFBF48}" type="parTrans" cxnId="{6991E737-3DF2-4460-BF6B-1E5918637341}">
      <dgm:prSet/>
      <dgm:spPr/>
      <dgm:t>
        <a:bodyPr/>
        <a:lstStyle/>
        <a:p>
          <a:endParaRPr lang="en-US"/>
        </a:p>
      </dgm:t>
    </dgm:pt>
    <dgm:pt modelId="{8BF57431-5099-426E-8F5D-9B87A61CF67C}" type="sibTrans" cxnId="{6991E737-3DF2-4460-BF6B-1E5918637341}">
      <dgm:prSet/>
      <dgm:spPr/>
      <dgm:t>
        <a:bodyPr/>
        <a:lstStyle/>
        <a:p>
          <a:endParaRPr lang="en-US"/>
        </a:p>
      </dgm:t>
    </dgm:pt>
    <dgm:pt modelId="{C5F74EFE-88EB-427A-97F1-D260AAAA1590}" type="pres">
      <dgm:prSet presAssocID="{8110F0B6-0788-49FF-8EA2-44FDB51BB2AE}" presName="root" presStyleCnt="0">
        <dgm:presLayoutVars>
          <dgm:dir/>
          <dgm:resizeHandles val="exact"/>
        </dgm:presLayoutVars>
      </dgm:prSet>
      <dgm:spPr/>
    </dgm:pt>
    <dgm:pt modelId="{B219A568-D361-4C35-BDF7-536F409AAA0C}" type="pres">
      <dgm:prSet presAssocID="{E7710F5C-4886-40FE-8A8C-78ED832F116B}" presName="compNode" presStyleCnt="0"/>
      <dgm:spPr/>
    </dgm:pt>
    <dgm:pt modelId="{0EB05D76-D276-496C-B184-84FC26380BC4}" type="pres">
      <dgm:prSet presAssocID="{E7710F5C-4886-40FE-8A8C-78ED832F11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3131207A-BAE3-48C9-850C-021833C58E14}" type="pres">
      <dgm:prSet presAssocID="{E7710F5C-4886-40FE-8A8C-78ED832F116B}" presName="iconSpace" presStyleCnt="0"/>
      <dgm:spPr/>
    </dgm:pt>
    <dgm:pt modelId="{17B11EB0-DEBA-4C7E-A3CE-870942923F40}" type="pres">
      <dgm:prSet presAssocID="{E7710F5C-4886-40FE-8A8C-78ED832F116B}" presName="parTx" presStyleLbl="revTx" presStyleIdx="0" presStyleCnt="6">
        <dgm:presLayoutVars>
          <dgm:chMax val="0"/>
          <dgm:chPref val="0"/>
        </dgm:presLayoutVars>
      </dgm:prSet>
      <dgm:spPr/>
    </dgm:pt>
    <dgm:pt modelId="{DE829656-EB59-4C37-ACED-F91BABAC9DAD}" type="pres">
      <dgm:prSet presAssocID="{E7710F5C-4886-40FE-8A8C-78ED832F116B}" presName="txSpace" presStyleCnt="0"/>
      <dgm:spPr/>
    </dgm:pt>
    <dgm:pt modelId="{544EF08C-C824-4EA9-A635-C4E833251CCB}" type="pres">
      <dgm:prSet presAssocID="{E7710F5C-4886-40FE-8A8C-78ED832F116B}" presName="desTx" presStyleLbl="revTx" presStyleIdx="1" presStyleCnt="6" custLinFactNeighborX="-385" custLinFactNeighborY="-7000">
        <dgm:presLayoutVars/>
      </dgm:prSet>
      <dgm:spPr/>
    </dgm:pt>
    <dgm:pt modelId="{0B517F9C-0057-4DA3-8047-C41B510B0345}" type="pres">
      <dgm:prSet presAssocID="{21C79AE9-684D-41EF-95E3-C2E8D05B10CA}" presName="sibTrans" presStyleCnt="0"/>
      <dgm:spPr/>
    </dgm:pt>
    <dgm:pt modelId="{9D68A188-69E7-4BCA-96B0-BC39BE86A29F}" type="pres">
      <dgm:prSet presAssocID="{6B96D82C-B4F1-45DA-A9B0-DB5A6189ED1A}" presName="compNode" presStyleCnt="0"/>
      <dgm:spPr/>
    </dgm:pt>
    <dgm:pt modelId="{FCB01D2D-04CF-4641-9776-10B772EB3692}" type="pres">
      <dgm:prSet presAssocID="{6B96D82C-B4F1-45DA-A9B0-DB5A6189ED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bruiker"/>
        </a:ext>
      </dgm:extLst>
    </dgm:pt>
    <dgm:pt modelId="{B26328BA-FE32-4266-8D67-D8EE658BC8CD}" type="pres">
      <dgm:prSet presAssocID="{6B96D82C-B4F1-45DA-A9B0-DB5A6189ED1A}" presName="iconSpace" presStyleCnt="0"/>
      <dgm:spPr/>
    </dgm:pt>
    <dgm:pt modelId="{19FB7491-2677-488A-9B5F-1E3B3F4D69B0}" type="pres">
      <dgm:prSet presAssocID="{6B96D82C-B4F1-45DA-A9B0-DB5A6189ED1A}" presName="parTx" presStyleLbl="revTx" presStyleIdx="2" presStyleCnt="6">
        <dgm:presLayoutVars>
          <dgm:chMax val="0"/>
          <dgm:chPref val="0"/>
        </dgm:presLayoutVars>
      </dgm:prSet>
      <dgm:spPr/>
    </dgm:pt>
    <dgm:pt modelId="{14DD56F4-90B1-4B53-9810-49D58E3E5C5D}" type="pres">
      <dgm:prSet presAssocID="{6B96D82C-B4F1-45DA-A9B0-DB5A6189ED1A}" presName="txSpace" presStyleCnt="0"/>
      <dgm:spPr/>
    </dgm:pt>
    <dgm:pt modelId="{E42E6B0D-9106-4626-A812-62DEAD6EF59E}" type="pres">
      <dgm:prSet presAssocID="{6B96D82C-B4F1-45DA-A9B0-DB5A6189ED1A}" presName="desTx" presStyleLbl="revTx" presStyleIdx="3" presStyleCnt="6">
        <dgm:presLayoutVars/>
      </dgm:prSet>
      <dgm:spPr/>
    </dgm:pt>
    <dgm:pt modelId="{1090853B-B059-4388-B560-F321A34E6667}" type="pres">
      <dgm:prSet presAssocID="{5DF07DB5-04D5-49BF-9535-97E2BFD58850}" presName="sibTrans" presStyleCnt="0"/>
      <dgm:spPr/>
    </dgm:pt>
    <dgm:pt modelId="{A3B5727D-BC03-4423-AFB6-1265E4B2A20B}" type="pres">
      <dgm:prSet presAssocID="{CD080EED-FA08-4FC2-94DD-3F15BBABBBB9}" presName="compNode" presStyleCnt="0"/>
      <dgm:spPr/>
    </dgm:pt>
    <dgm:pt modelId="{2A6CDA46-F778-452D-BF95-69B821F35D95}" type="pres">
      <dgm:prSet presAssocID="{CD080EED-FA08-4FC2-94DD-3F15BBABBB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0621505-DDE4-4572-BE93-5E30D7B914D5}" type="pres">
      <dgm:prSet presAssocID="{CD080EED-FA08-4FC2-94DD-3F15BBABBBB9}" presName="iconSpace" presStyleCnt="0"/>
      <dgm:spPr/>
    </dgm:pt>
    <dgm:pt modelId="{3654BDC5-CB64-4AD0-806D-815D7686A38B}" type="pres">
      <dgm:prSet presAssocID="{CD080EED-FA08-4FC2-94DD-3F15BBABBBB9}" presName="parTx" presStyleLbl="revTx" presStyleIdx="4" presStyleCnt="6">
        <dgm:presLayoutVars>
          <dgm:chMax val="0"/>
          <dgm:chPref val="0"/>
        </dgm:presLayoutVars>
      </dgm:prSet>
      <dgm:spPr/>
    </dgm:pt>
    <dgm:pt modelId="{5D049115-C9FF-4872-AA75-029FB6BBECA9}" type="pres">
      <dgm:prSet presAssocID="{CD080EED-FA08-4FC2-94DD-3F15BBABBBB9}" presName="txSpace" presStyleCnt="0"/>
      <dgm:spPr/>
    </dgm:pt>
    <dgm:pt modelId="{BFAEE196-AB6D-40F0-BCB5-13809FB0F3A9}" type="pres">
      <dgm:prSet presAssocID="{CD080EED-FA08-4FC2-94DD-3F15BBABBBB9}" presName="desTx" presStyleLbl="revTx" presStyleIdx="5" presStyleCnt="6">
        <dgm:presLayoutVars/>
      </dgm:prSet>
      <dgm:spPr/>
    </dgm:pt>
  </dgm:ptLst>
  <dgm:cxnLst>
    <dgm:cxn modelId="{4BC55610-65BC-491A-8184-B98D7C46EB09}" type="presOf" srcId="{8110F0B6-0788-49FF-8EA2-44FDB51BB2AE}" destId="{C5F74EFE-88EB-427A-97F1-D260AAAA1590}" srcOrd="0" destOrd="0" presId="urn:microsoft.com/office/officeart/2018/2/layout/IconLabelDescriptionList"/>
    <dgm:cxn modelId="{B987741C-C7B2-4B05-9321-80F37686403D}" srcId="{8110F0B6-0788-49FF-8EA2-44FDB51BB2AE}" destId="{E7710F5C-4886-40FE-8A8C-78ED832F116B}" srcOrd="0" destOrd="0" parTransId="{8B3BD745-81BF-42B4-B5AA-C506203EECE1}" sibTransId="{21C79AE9-684D-41EF-95E3-C2E8D05B10CA}"/>
    <dgm:cxn modelId="{6991E737-3DF2-4460-BF6B-1E5918637341}" srcId="{CD080EED-FA08-4FC2-94DD-3F15BBABBBB9}" destId="{027EF1AF-12AD-49F2-9E0D-6399C9C53B11}" srcOrd="0" destOrd="0" parTransId="{B09A2B99-7895-4ADF-8003-0083B7AFBF48}" sibTransId="{8BF57431-5099-426E-8F5D-9B87A61CF67C}"/>
    <dgm:cxn modelId="{F4C11741-DF5A-45C1-A786-0EC2D6FA4094}" type="presOf" srcId="{90A36009-86A0-4E8A-8AC2-D5F89E3D6471}" destId="{544EF08C-C824-4EA9-A635-C4E833251CCB}" srcOrd="0" destOrd="0" presId="urn:microsoft.com/office/officeart/2018/2/layout/IconLabelDescriptionList"/>
    <dgm:cxn modelId="{3F1C8B44-8A34-4FC3-963F-7DEFB0334366}" type="presOf" srcId="{027EF1AF-12AD-49F2-9E0D-6399C9C53B11}" destId="{BFAEE196-AB6D-40F0-BCB5-13809FB0F3A9}" srcOrd="0" destOrd="0" presId="urn:microsoft.com/office/officeart/2018/2/layout/IconLabelDescriptionList"/>
    <dgm:cxn modelId="{3AC9C064-039C-4365-9934-740B22465EC4}" type="presOf" srcId="{CD080EED-FA08-4FC2-94DD-3F15BBABBBB9}" destId="{3654BDC5-CB64-4AD0-806D-815D7686A38B}" srcOrd="0" destOrd="0" presId="urn:microsoft.com/office/officeart/2018/2/layout/IconLabelDescriptionList"/>
    <dgm:cxn modelId="{A9FF756E-C19B-42AA-BAB7-C5FB136D8672}" srcId="{6B96D82C-B4F1-45DA-A9B0-DB5A6189ED1A}" destId="{93054743-A6E0-4C91-A038-D84AF49A7610}" srcOrd="0" destOrd="0" parTransId="{CE3630DC-A3A9-4C72-9526-C9F0422CC3F7}" sibTransId="{4F38D6CD-E9CE-4741-9488-BD8C7A031E89}"/>
    <dgm:cxn modelId="{257BC4A7-9AA7-44AC-B59C-C5B3AAB09681}" type="presOf" srcId="{93054743-A6E0-4C91-A038-D84AF49A7610}" destId="{E42E6B0D-9106-4626-A812-62DEAD6EF59E}" srcOrd="0" destOrd="0" presId="urn:microsoft.com/office/officeart/2018/2/layout/IconLabelDescriptionList"/>
    <dgm:cxn modelId="{505002AB-29F0-48F1-9081-901BCA21552C}" type="presOf" srcId="{E7710F5C-4886-40FE-8A8C-78ED832F116B}" destId="{17B11EB0-DEBA-4C7E-A3CE-870942923F40}" srcOrd="0" destOrd="0" presId="urn:microsoft.com/office/officeart/2018/2/layout/IconLabelDescriptionList"/>
    <dgm:cxn modelId="{BD2B7CAB-6066-422F-8A59-F39FE878E3FA}" srcId="{E7710F5C-4886-40FE-8A8C-78ED832F116B}" destId="{90A36009-86A0-4E8A-8AC2-D5F89E3D6471}" srcOrd="0" destOrd="0" parTransId="{27C6CC4B-8FF3-4B8B-A6BC-76FDC4D88201}" sibTransId="{79D995AB-B89A-4066-9A92-2C3D0F0FF6BA}"/>
    <dgm:cxn modelId="{63DAA1D7-4AED-4F48-BA1E-8246816DA383}" srcId="{8110F0B6-0788-49FF-8EA2-44FDB51BB2AE}" destId="{CD080EED-FA08-4FC2-94DD-3F15BBABBBB9}" srcOrd="2" destOrd="0" parTransId="{33FF963A-E5C1-4D72-B165-5A94E41D90EB}" sibTransId="{78294219-45D5-4CC5-A16C-D10CA580B154}"/>
    <dgm:cxn modelId="{A43807D9-977E-469B-914D-EDD45007B286}" srcId="{8110F0B6-0788-49FF-8EA2-44FDB51BB2AE}" destId="{6B96D82C-B4F1-45DA-A9B0-DB5A6189ED1A}" srcOrd="1" destOrd="0" parTransId="{6F84B660-FFF9-4E7E-880A-1BEE4D79522A}" sibTransId="{5DF07DB5-04D5-49BF-9535-97E2BFD58850}"/>
    <dgm:cxn modelId="{7DA97FEE-9111-4092-B2F7-57DD68B0FF62}" type="presOf" srcId="{6B96D82C-B4F1-45DA-A9B0-DB5A6189ED1A}" destId="{19FB7491-2677-488A-9B5F-1E3B3F4D69B0}" srcOrd="0" destOrd="0" presId="urn:microsoft.com/office/officeart/2018/2/layout/IconLabelDescriptionList"/>
    <dgm:cxn modelId="{7C642D6D-5D63-4CB3-9347-D8E6807933BB}" type="presParOf" srcId="{C5F74EFE-88EB-427A-97F1-D260AAAA1590}" destId="{B219A568-D361-4C35-BDF7-536F409AAA0C}" srcOrd="0" destOrd="0" presId="urn:microsoft.com/office/officeart/2018/2/layout/IconLabelDescriptionList"/>
    <dgm:cxn modelId="{3A0CD450-8852-4973-A819-EE3FA1E6E3B9}" type="presParOf" srcId="{B219A568-D361-4C35-BDF7-536F409AAA0C}" destId="{0EB05D76-D276-496C-B184-84FC26380BC4}" srcOrd="0" destOrd="0" presId="urn:microsoft.com/office/officeart/2018/2/layout/IconLabelDescriptionList"/>
    <dgm:cxn modelId="{9A837B99-0FC8-4C10-9097-7F714E4A5219}" type="presParOf" srcId="{B219A568-D361-4C35-BDF7-536F409AAA0C}" destId="{3131207A-BAE3-48C9-850C-021833C58E14}" srcOrd="1" destOrd="0" presId="urn:microsoft.com/office/officeart/2018/2/layout/IconLabelDescriptionList"/>
    <dgm:cxn modelId="{4BE3FE17-6466-49CE-B235-8C5D5C0E1892}" type="presParOf" srcId="{B219A568-D361-4C35-BDF7-536F409AAA0C}" destId="{17B11EB0-DEBA-4C7E-A3CE-870942923F40}" srcOrd="2" destOrd="0" presId="urn:microsoft.com/office/officeart/2018/2/layout/IconLabelDescriptionList"/>
    <dgm:cxn modelId="{5C73D259-AF67-4FAA-BC56-CC762565EB14}" type="presParOf" srcId="{B219A568-D361-4C35-BDF7-536F409AAA0C}" destId="{DE829656-EB59-4C37-ACED-F91BABAC9DAD}" srcOrd="3" destOrd="0" presId="urn:microsoft.com/office/officeart/2018/2/layout/IconLabelDescriptionList"/>
    <dgm:cxn modelId="{70FE9EFB-A19E-49C8-A7BC-8471CD02B86A}" type="presParOf" srcId="{B219A568-D361-4C35-BDF7-536F409AAA0C}" destId="{544EF08C-C824-4EA9-A635-C4E833251CCB}" srcOrd="4" destOrd="0" presId="urn:microsoft.com/office/officeart/2018/2/layout/IconLabelDescriptionList"/>
    <dgm:cxn modelId="{35ACD898-65C7-4DD7-B5C9-42CD47C33F16}" type="presParOf" srcId="{C5F74EFE-88EB-427A-97F1-D260AAAA1590}" destId="{0B517F9C-0057-4DA3-8047-C41B510B0345}" srcOrd="1" destOrd="0" presId="urn:microsoft.com/office/officeart/2018/2/layout/IconLabelDescriptionList"/>
    <dgm:cxn modelId="{75118449-36A6-4F03-8385-CA43367A9880}" type="presParOf" srcId="{C5F74EFE-88EB-427A-97F1-D260AAAA1590}" destId="{9D68A188-69E7-4BCA-96B0-BC39BE86A29F}" srcOrd="2" destOrd="0" presId="urn:microsoft.com/office/officeart/2018/2/layout/IconLabelDescriptionList"/>
    <dgm:cxn modelId="{ECD1A369-0868-47C1-9758-58036A584DF1}" type="presParOf" srcId="{9D68A188-69E7-4BCA-96B0-BC39BE86A29F}" destId="{FCB01D2D-04CF-4641-9776-10B772EB3692}" srcOrd="0" destOrd="0" presId="urn:microsoft.com/office/officeart/2018/2/layout/IconLabelDescriptionList"/>
    <dgm:cxn modelId="{36E1A8C5-262D-43B8-83B6-B6A3DE53EB21}" type="presParOf" srcId="{9D68A188-69E7-4BCA-96B0-BC39BE86A29F}" destId="{B26328BA-FE32-4266-8D67-D8EE658BC8CD}" srcOrd="1" destOrd="0" presId="urn:microsoft.com/office/officeart/2018/2/layout/IconLabelDescriptionList"/>
    <dgm:cxn modelId="{0CBE30DA-7810-4051-8906-7CF7E9604EE0}" type="presParOf" srcId="{9D68A188-69E7-4BCA-96B0-BC39BE86A29F}" destId="{19FB7491-2677-488A-9B5F-1E3B3F4D69B0}" srcOrd="2" destOrd="0" presId="urn:microsoft.com/office/officeart/2018/2/layout/IconLabelDescriptionList"/>
    <dgm:cxn modelId="{E78CC202-DE7D-4DA7-8AC4-D31839AAF703}" type="presParOf" srcId="{9D68A188-69E7-4BCA-96B0-BC39BE86A29F}" destId="{14DD56F4-90B1-4B53-9810-49D58E3E5C5D}" srcOrd="3" destOrd="0" presId="urn:microsoft.com/office/officeart/2018/2/layout/IconLabelDescriptionList"/>
    <dgm:cxn modelId="{4040E8C8-C929-437B-8218-1B7BC30E2311}" type="presParOf" srcId="{9D68A188-69E7-4BCA-96B0-BC39BE86A29F}" destId="{E42E6B0D-9106-4626-A812-62DEAD6EF59E}" srcOrd="4" destOrd="0" presId="urn:microsoft.com/office/officeart/2018/2/layout/IconLabelDescriptionList"/>
    <dgm:cxn modelId="{787923C9-7909-45A0-B4DD-CBAFA2F033D1}" type="presParOf" srcId="{C5F74EFE-88EB-427A-97F1-D260AAAA1590}" destId="{1090853B-B059-4388-B560-F321A34E6667}" srcOrd="3" destOrd="0" presId="urn:microsoft.com/office/officeart/2018/2/layout/IconLabelDescriptionList"/>
    <dgm:cxn modelId="{4C068D95-3102-4C2B-A2EB-43FEDEC5E1CF}" type="presParOf" srcId="{C5F74EFE-88EB-427A-97F1-D260AAAA1590}" destId="{A3B5727D-BC03-4423-AFB6-1265E4B2A20B}" srcOrd="4" destOrd="0" presId="urn:microsoft.com/office/officeart/2018/2/layout/IconLabelDescriptionList"/>
    <dgm:cxn modelId="{E7DBD8C3-90E8-4D3F-95E9-D68C2A9EE609}" type="presParOf" srcId="{A3B5727D-BC03-4423-AFB6-1265E4B2A20B}" destId="{2A6CDA46-F778-452D-BF95-69B821F35D95}" srcOrd="0" destOrd="0" presId="urn:microsoft.com/office/officeart/2018/2/layout/IconLabelDescriptionList"/>
    <dgm:cxn modelId="{568EB4A3-FF16-4552-82D9-293C3A833ED8}" type="presParOf" srcId="{A3B5727D-BC03-4423-AFB6-1265E4B2A20B}" destId="{A0621505-DDE4-4572-BE93-5E30D7B914D5}" srcOrd="1" destOrd="0" presId="urn:microsoft.com/office/officeart/2018/2/layout/IconLabelDescriptionList"/>
    <dgm:cxn modelId="{A1AC5582-6A26-419E-9D7B-2A5D46C0DB40}" type="presParOf" srcId="{A3B5727D-BC03-4423-AFB6-1265E4B2A20B}" destId="{3654BDC5-CB64-4AD0-806D-815D7686A38B}" srcOrd="2" destOrd="0" presId="urn:microsoft.com/office/officeart/2018/2/layout/IconLabelDescriptionList"/>
    <dgm:cxn modelId="{C73B9673-AD3C-44CC-BE3F-EA3A8F8D22C6}" type="presParOf" srcId="{A3B5727D-BC03-4423-AFB6-1265E4B2A20B}" destId="{5D049115-C9FF-4872-AA75-029FB6BBECA9}" srcOrd="3" destOrd="0" presId="urn:microsoft.com/office/officeart/2018/2/layout/IconLabelDescriptionList"/>
    <dgm:cxn modelId="{A451C804-308F-4968-BD03-4603E8B5B1B0}" type="presParOf" srcId="{A3B5727D-BC03-4423-AFB6-1265E4B2A20B}" destId="{BFAEE196-AB6D-40F0-BCB5-13809FB0F3A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05D76-D276-496C-B184-84FC26380BC4}">
      <dsp:nvSpPr>
        <dsp:cNvPr id="0" name=""/>
        <dsp:cNvSpPr/>
      </dsp:nvSpPr>
      <dsp:spPr>
        <a:xfrm>
          <a:off x="11346" y="543420"/>
          <a:ext cx="1032584" cy="10325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11EB0-DEBA-4C7E-A3CE-870942923F40}">
      <dsp:nvSpPr>
        <dsp:cNvPr id="0" name=""/>
        <dsp:cNvSpPr/>
      </dsp:nvSpPr>
      <dsp:spPr>
        <a:xfrm>
          <a:off x="11346" y="1664408"/>
          <a:ext cx="2950241" cy="442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Wat ging er goed?</a:t>
          </a:r>
        </a:p>
      </dsp:txBody>
      <dsp:txXfrm>
        <a:off x="11346" y="1664408"/>
        <a:ext cx="2950241" cy="442536"/>
      </dsp:txXfrm>
    </dsp:sp>
    <dsp:sp modelId="{544EF08C-C824-4EA9-A635-C4E833251CCB}">
      <dsp:nvSpPr>
        <dsp:cNvPr id="0" name=""/>
        <dsp:cNvSpPr/>
      </dsp:nvSpPr>
      <dsp:spPr>
        <a:xfrm>
          <a:off x="0" y="2116475"/>
          <a:ext cx="2950241" cy="45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Goede </a:t>
          </a:r>
          <a:r>
            <a:rPr lang="en-US" sz="1700" kern="1200" err="1"/>
            <a:t>taakverdeling</a:t>
          </a:r>
          <a:endParaRPr lang="en-US" sz="1700" kern="1200"/>
        </a:p>
      </dsp:txBody>
      <dsp:txXfrm>
        <a:off x="0" y="2116475"/>
        <a:ext cx="2950241" cy="451238"/>
      </dsp:txXfrm>
    </dsp:sp>
    <dsp:sp modelId="{FCB01D2D-04CF-4641-9776-10B772EB3692}">
      <dsp:nvSpPr>
        <dsp:cNvPr id="0" name=""/>
        <dsp:cNvSpPr/>
      </dsp:nvSpPr>
      <dsp:spPr>
        <a:xfrm>
          <a:off x="3477879" y="543420"/>
          <a:ext cx="1032584" cy="10325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B7491-2677-488A-9B5F-1E3B3F4D69B0}">
      <dsp:nvSpPr>
        <dsp:cNvPr id="0" name=""/>
        <dsp:cNvSpPr/>
      </dsp:nvSpPr>
      <dsp:spPr>
        <a:xfrm>
          <a:off x="3477879" y="1664408"/>
          <a:ext cx="2950241" cy="442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Wat kan er beter?</a:t>
          </a:r>
        </a:p>
      </dsp:txBody>
      <dsp:txXfrm>
        <a:off x="3477879" y="1664408"/>
        <a:ext cx="2950241" cy="442536"/>
      </dsp:txXfrm>
    </dsp:sp>
    <dsp:sp modelId="{E42E6B0D-9106-4626-A812-62DEAD6EF59E}">
      <dsp:nvSpPr>
        <dsp:cNvPr id="0" name=""/>
        <dsp:cNvSpPr/>
      </dsp:nvSpPr>
      <dsp:spPr>
        <a:xfrm>
          <a:off x="3477879" y="2148061"/>
          <a:ext cx="2950241" cy="45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Documenteren</a:t>
          </a:r>
          <a:r>
            <a:rPr lang="en-US" sz="1700" kern="1200"/>
            <a:t> van </a:t>
          </a:r>
          <a:r>
            <a:rPr lang="en-US" sz="1700" kern="1200" err="1"/>
            <a:t>gemaakte</a:t>
          </a:r>
          <a:r>
            <a:rPr lang="en-US" sz="1700" kern="1200"/>
            <a:t> </a:t>
          </a:r>
          <a:r>
            <a:rPr lang="en-US" sz="1700" kern="1200" err="1"/>
            <a:t>keuzes</a:t>
          </a:r>
          <a:endParaRPr lang="en-US" sz="1700" kern="1200"/>
        </a:p>
      </dsp:txBody>
      <dsp:txXfrm>
        <a:off x="3477879" y="2148061"/>
        <a:ext cx="2950241" cy="451238"/>
      </dsp:txXfrm>
    </dsp:sp>
    <dsp:sp modelId="{2A6CDA46-F778-452D-BF95-69B821F35D95}">
      <dsp:nvSpPr>
        <dsp:cNvPr id="0" name=""/>
        <dsp:cNvSpPr/>
      </dsp:nvSpPr>
      <dsp:spPr>
        <a:xfrm>
          <a:off x="6944412" y="543420"/>
          <a:ext cx="1032584" cy="10325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4BDC5-CB64-4AD0-806D-815D7686A38B}">
      <dsp:nvSpPr>
        <dsp:cNvPr id="0" name=""/>
        <dsp:cNvSpPr/>
      </dsp:nvSpPr>
      <dsp:spPr>
        <a:xfrm>
          <a:off x="6944412" y="1664408"/>
          <a:ext cx="2950241" cy="442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Wat gaan we doen?</a:t>
          </a:r>
        </a:p>
      </dsp:txBody>
      <dsp:txXfrm>
        <a:off x="6944412" y="1664408"/>
        <a:ext cx="2950241" cy="442536"/>
      </dsp:txXfrm>
    </dsp:sp>
    <dsp:sp modelId="{BFAEE196-AB6D-40F0-BCB5-13809FB0F3A9}">
      <dsp:nvSpPr>
        <dsp:cNvPr id="0" name=""/>
        <dsp:cNvSpPr/>
      </dsp:nvSpPr>
      <dsp:spPr>
        <a:xfrm>
          <a:off x="6944412" y="2148061"/>
          <a:ext cx="2950241" cy="451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/>
            <a:t>Gestructureerder</a:t>
          </a:r>
          <a:r>
            <a:rPr lang="en-US" sz="1700" kern="1200"/>
            <a:t> </a:t>
          </a:r>
          <a:r>
            <a:rPr lang="en-US" sz="1700" kern="1200" err="1"/>
            <a:t>te</a:t>
          </a:r>
          <a:r>
            <a:rPr lang="en-US" sz="1700" kern="1200"/>
            <a:t> </a:t>
          </a:r>
          <a:r>
            <a:rPr lang="en-US" sz="1700" kern="1200" err="1"/>
            <a:t>werk</a:t>
          </a:r>
          <a:r>
            <a:rPr lang="en-US" sz="1700" kern="1200"/>
            <a:t>, </a:t>
          </a:r>
          <a:r>
            <a:rPr lang="en-US" sz="1700" kern="1200" err="1"/>
            <a:t>alles</a:t>
          </a:r>
          <a:r>
            <a:rPr lang="en-US" sz="1700" kern="1200"/>
            <a:t> </a:t>
          </a:r>
          <a:r>
            <a:rPr lang="en-US" sz="1700" kern="1200" err="1"/>
            <a:t>documenteren</a:t>
          </a:r>
          <a:r>
            <a:rPr lang="en-US" sz="1700" kern="1200"/>
            <a:t> </a:t>
          </a:r>
          <a:r>
            <a:rPr lang="en-US" sz="1700" kern="1200" err="1"/>
            <a:t>en</a:t>
          </a:r>
          <a:r>
            <a:rPr lang="en-US" sz="1700" kern="1200"/>
            <a:t> </a:t>
          </a:r>
          <a:r>
            <a:rPr lang="en-US" sz="1700" kern="1200" err="1"/>
            <a:t>vastleggen</a:t>
          </a:r>
          <a:endParaRPr lang="en-US" sz="1700" kern="1200"/>
        </a:p>
      </dsp:txBody>
      <dsp:txXfrm>
        <a:off x="6944412" y="2148061"/>
        <a:ext cx="2950241" cy="451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SDI</a:t>
            </a:r>
          </a:p>
          <a:p>
            <a:r>
              <a:rPr lang="en-US"/>
              <a:t>Sensor</a:t>
            </a:r>
          </a:p>
          <a:p>
            <a:r>
              <a:rPr lang="en-US" err="1"/>
              <a:t>Modulair</a:t>
            </a:r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905561-BC5E-1C39-7400-5FE28A6F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Sprint review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147C8801-067B-10A4-417E-65138165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>
                <a:solidFill>
                  <a:srgbClr val="FFFFFF"/>
                </a:solidFill>
              </a:rPr>
              <a:t>Architectuurdiagram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9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55C1190-DA6B-B48D-E48D-E8D605FD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78" y="1185324"/>
            <a:ext cx="6844045" cy="44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68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BB8E0-DAF4-154A-67D6-C32EBA86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en-US" sz="320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7EAC-2576-1320-3389-A13125ED8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063" y="2894937"/>
            <a:ext cx="4459287" cy="147857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err="1"/>
              <a:t>MicroController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C++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Raspberry Pi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Geen Arduino framework</a:t>
            </a:r>
          </a:p>
        </p:txBody>
      </p:sp>
      <p:pic>
        <p:nvPicPr>
          <p:cNvPr id="4" name="Afbeelding 3" descr="Official Raspberry Pi 5 Active Cooler : ID 5815 : Adafruit Industries,  Unique &amp; fun DIY electronics and kits">
            <a:extLst>
              <a:ext uri="{FF2B5EF4-FFF2-40B4-BE49-F238E27FC236}">
                <a16:creationId xmlns:a16="http://schemas.microsoft.com/office/drawing/2014/main" id="{341E3D86-9D1B-4414-2D57-B29B5FA72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70421"/>
            <a:ext cx="5456279" cy="409220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6242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>
            <a:extLst>
              <a:ext uri="{FF2B5EF4-FFF2-40B4-BE49-F238E27FC236}">
                <a16:creationId xmlns:a16="http://schemas.microsoft.com/office/drawing/2014/main" id="{9EB19A0D-88ED-4EC7-B012-FDA45662F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039C885C-7507-48BC-8DA5-9B9A8A3B2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4" name="Rectangle 5">
              <a:extLst>
                <a:ext uri="{FF2B5EF4-FFF2-40B4-BE49-F238E27FC236}">
                  <a16:creationId xmlns:a16="http://schemas.microsoft.com/office/drawing/2014/main" id="{80315E80-D09C-4AAC-A1AA-6416ADD0A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id="{464D5536-A035-4505-AF73-4F7CAE48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81218E36-F40D-459F-A201-0A62E0F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7" name="Rectangle 8">
              <a:extLst>
                <a:ext uri="{FF2B5EF4-FFF2-40B4-BE49-F238E27FC236}">
                  <a16:creationId xmlns:a16="http://schemas.microsoft.com/office/drawing/2014/main" id="{5B53825A-3A84-4E26-A19D-A61548B6A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AD90489C-7868-4D44-828E-5BD078E1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Freeform 10">
              <a:extLst>
                <a:ext uri="{FF2B5EF4-FFF2-40B4-BE49-F238E27FC236}">
                  <a16:creationId xmlns:a16="http://schemas.microsoft.com/office/drawing/2014/main" id="{98ED0810-C456-43E0-A430-4BF3E84BB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id="{E5A0D863-274E-498B-A757-EE462B7C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Freeform 12">
              <a:extLst>
                <a:ext uri="{FF2B5EF4-FFF2-40B4-BE49-F238E27FC236}">
                  <a16:creationId xmlns:a16="http://schemas.microsoft.com/office/drawing/2014/main" id="{B7819E45-002E-4BE7-9D91-AF82D3776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Freeform 13">
              <a:extLst>
                <a:ext uri="{FF2B5EF4-FFF2-40B4-BE49-F238E27FC236}">
                  <a16:creationId xmlns:a16="http://schemas.microsoft.com/office/drawing/2014/main" id="{8B2A702D-53E8-4674-87E0-CA1F7E562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Freeform 14">
              <a:extLst>
                <a:ext uri="{FF2B5EF4-FFF2-40B4-BE49-F238E27FC236}">
                  <a16:creationId xmlns:a16="http://schemas.microsoft.com/office/drawing/2014/main" id="{451CEEF2-55A9-4CDF-BB69-2D07031F0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DCEC5350-68CD-460C-999B-A6055EA50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26945734-B592-423F-BCF3-8ED922746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id="{D6FF6791-D332-4D35-90E0-42011DF4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1ED9C0C-0AD0-4F60-BB85-02B00AFE7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Freeform 19">
              <a:extLst>
                <a:ext uri="{FF2B5EF4-FFF2-40B4-BE49-F238E27FC236}">
                  <a16:creationId xmlns:a16="http://schemas.microsoft.com/office/drawing/2014/main" id="{E202B26B-3FB3-4127-9295-F6E24A75E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9" name="Freeform 20">
              <a:extLst>
                <a:ext uri="{FF2B5EF4-FFF2-40B4-BE49-F238E27FC236}">
                  <a16:creationId xmlns:a16="http://schemas.microsoft.com/office/drawing/2014/main" id="{A9B0C70B-3686-4190-8592-736E11AB4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0" name="Freeform 21">
              <a:extLst>
                <a:ext uri="{FF2B5EF4-FFF2-40B4-BE49-F238E27FC236}">
                  <a16:creationId xmlns:a16="http://schemas.microsoft.com/office/drawing/2014/main" id="{3DCD01FB-20E8-42C3-AFE9-DFD3F426A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1" name="Freeform 22">
              <a:extLst>
                <a:ext uri="{FF2B5EF4-FFF2-40B4-BE49-F238E27FC236}">
                  <a16:creationId xmlns:a16="http://schemas.microsoft.com/office/drawing/2014/main" id="{E18D3AEB-E104-4243-893A-880F9A3C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2" name="Freeform 23">
              <a:extLst>
                <a:ext uri="{FF2B5EF4-FFF2-40B4-BE49-F238E27FC236}">
                  <a16:creationId xmlns:a16="http://schemas.microsoft.com/office/drawing/2014/main" id="{25B79020-576E-46E2-BDDD-3D93C9DD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Freeform 24">
              <a:extLst>
                <a:ext uri="{FF2B5EF4-FFF2-40B4-BE49-F238E27FC236}">
                  <a16:creationId xmlns:a16="http://schemas.microsoft.com/office/drawing/2014/main" id="{F9BE123C-99CB-4F9F-B6AD-D78B41011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2652409A-0FBC-471C-8070-735AA2D18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A7B0AC30-BECB-435E-B184-5893DAF4C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27">
              <a:extLst>
                <a:ext uri="{FF2B5EF4-FFF2-40B4-BE49-F238E27FC236}">
                  <a16:creationId xmlns:a16="http://schemas.microsoft.com/office/drawing/2014/main" id="{209F3AA3-0D92-49EA-8E9E-E85193591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28">
              <a:extLst>
                <a:ext uri="{FF2B5EF4-FFF2-40B4-BE49-F238E27FC236}">
                  <a16:creationId xmlns:a16="http://schemas.microsoft.com/office/drawing/2014/main" id="{96C003E9-8BC2-48CC-ABF7-540233F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13BDD8BA-D378-486C-AAC9-F4BC3E856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30">
              <a:extLst>
                <a:ext uri="{FF2B5EF4-FFF2-40B4-BE49-F238E27FC236}">
                  <a16:creationId xmlns:a16="http://schemas.microsoft.com/office/drawing/2014/main" id="{04C38930-9B92-429B-915A-D0198D6AC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31">
              <a:extLst>
                <a:ext uri="{FF2B5EF4-FFF2-40B4-BE49-F238E27FC236}">
                  <a16:creationId xmlns:a16="http://schemas.microsoft.com/office/drawing/2014/main" id="{32660743-42C8-4FFB-A77B-66678E1E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32">
              <a:extLst>
                <a:ext uri="{FF2B5EF4-FFF2-40B4-BE49-F238E27FC236}">
                  <a16:creationId xmlns:a16="http://schemas.microsoft.com/office/drawing/2014/main" id="{6B242301-66B7-4876-B23A-1B97410A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Rectangle 33">
              <a:extLst>
                <a:ext uri="{FF2B5EF4-FFF2-40B4-BE49-F238E27FC236}">
                  <a16:creationId xmlns:a16="http://schemas.microsoft.com/office/drawing/2014/main" id="{B05C5127-C481-4571-9E17-90305CA0A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3" name="Freeform 34">
              <a:extLst>
                <a:ext uri="{FF2B5EF4-FFF2-40B4-BE49-F238E27FC236}">
                  <a16:creationId xmlns:a16="http://schemas.microsoft.com/office/drawing/2014/main" id="{BC0F1F06-EBE2-4919-A902-A503E384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4" name="Freeform 35">
              <a:extLst>
                <a:ext uri="{FF2B5EF4-FFF2-40B4-BE49-F238E27FC236}">
                  <a16:creationId xmlns:a16="http://schemas.microsoft.com/office/drawing/2014/main" id="{2B2E1C8D-A953-4AED-8346-C34CFE3BE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5" name="Freeform 36">
              <a:extLst>
                <a:ext uri="{FF2B5EF4-FFF2-40B4-BE49-F238E27FC236}">
                  <a16:creationId xmlns:a16="http://schemas.microsoft.com/office/drawing/2014/main" id="{8F150D6E-EB09-41AD-93BE-BF543BE36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6" name="Freeform 37">
              <a:extLst>
                <a:ext uri="{FF2B5EF4-FFF2-40B4-BE49-F238E27FC236}">
                  <a16:creationId xmlns:a16="http://schemas.microsoft.com/office/drawing/2014/main" id="{AE3633FE-8FF6-4FC3-8422-483E7FAED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7" name="Freeform 38">
              <a:extLst>
                <a:ext uri="{FF2B5EF4-FFF2-40B4-BE49-F238E27FC236}">
                  <a16:creationId xmlns:a16="http://schemas.microsoft.com/office/drawing/2014/main" id="{D233BC09-3785-4EA9-A80F-699EABFC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8" name="Freeform 39">
              <a:extLst>
                <a:ext uri="{FF2B5EF4-FFF2-40B4-BE49-F238E27FC236}">
                  <a16:creationId xmlns:a16="http://schemas.microsoft.com/office/drawing/2014/main" id="{DEFAAC70-9A33-41C4-9960-80B056E47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9" name="Freeform 40">
              <a:extLst>
                <a:ext uri="{FF2B5EF4-FFF2-40B4-BE49-F238E27FC236}">
                  <a16:creationId xmlns:a16="http://schemas.microsoft.com/office/drawing/2014/main" id="{FE1B6380-FA49-4E35-B2EB-BC1D322A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F578AFE9-69B9-4FE3-A349-4640D49A5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1" name="Freeform 42">
              <a:extLst>
                <a:ext uri="{FF2B5EF4-FFF2-40B4-BE49-F238E27FC236}">
                  <a16:creationId xmlns:a16="http://schemas.microsoft.com/office/drawing/2014/main" id="{49C01CF4-73AC-40B8-8AA5-60072CBB3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2" name="Freeform 43">
              <a:extLst>
                <a:ext uri="{FF2B5EF4-FFF2-40B4-BE49-F238E27FC236}">
                  <a16:creationId xmlns:a16="http://schemas.microsoft.com/office/drawing/2014/main" id="{B4DA1C3D-282A-4010-9263-E2F62D79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3" name="Freeform 44">
              <a:extLst>
                <a:ext uri="{FF2B5EF4-FFF2-40B4-BE49-F238E27FC236}">
                  <a16:creationId xmlns:a16="http://schemas.microsoft.com/office/drawing/2014/main" id="{52475A43-7A28-4A0F-BA58-C070BB88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4" name="Rectangle 45">
              <a:extLst>
                <a:ext uri="{FF2B5EF4-FFF2-40B4-BE49-F238E27FC236}">
                  <a16:creationId xmlns:a16="http://schemas.microsoft.com/office/drawing/2014/main" id="{0C7241CC-AC61-4580-A46E-C217B329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5" name="Freeform 46">
              <a:extLst>
                <a:ext uri="{FF2B5EF4-FFF2-40B4-BE49-F238E27FC236}">
                  <a16:creationId xmlns:a16="http://schemas.microsoft.com/office/drawing/2014/main" id="{584FF8AA-E75D-483B-A344-7022541CF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6" name="Freeform 47">
              <a:extLst>
                <a:ext uri="{FF2B5EF4-FFF2-40B4-BE49-F238E27FC236}">
                  <a16:creationId xmlns:a16="http://schemas.microsoft.com/office/drawing/2014/main" id="{AFF0ABD2-8247-432E-9F13-CCB7D0E62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7" name="Freeform 48">
              <a:extLst>
                <a:ext uri="{FF2B5EF4-FFF2-40B4-BE49-F238E27FC236}">
                  <a16:creationId xmlns:a16="http://schemas.microsoft.com/office/drawing/2014/main" id="{8779D639-A8BE-46A3-BF82-B0498C363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8" name="Freeform 49">
              <a:extLst>
                <a:ext uri="{FF2B5EF4-FFF2-40B4-BE49-F238E27FC236}">
                  <a16:creationId xmlns:a16="http://schemas.microsoft.com/office/drawing/2014/main" id="{62C75AD3-B601-4AB8-A449-C0375B26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9" name="Freeform 50">
              <a:extLst>
                <a:ext uri="{FF2B5EF4-FFF2-40B4-BE49-F238E27FC236}">
                  <a16:creationId xmlns:a16="http://schemas.microsoft.com/office/drawing/2014/main" id="{7CEBAD4A-BB32-451F-B1E1-48D6F52EB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0" name="Freeform 51">
              <a:extLst>
                <a:ext uri="{FF2B5EF4-FFF2-40B4-BE49-F238E27FC236}">
                  <a16:creationId xmlns:a16="http://schemas.microsoft.com/office/drawing/2014/main" id="{9EA19F7F-29F8-4DF4-AB9B-C4D507FA7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1" name="Freeform 52">
              <a:extLst>
                <a:ext uri="{FF2B5EF4-FFF2-40B4-BE49-F238E27FC236}">
                  <a16:creationId xmlns:a16="http://schemas.microsoft.com/office/drawing/2014/main" id="{9A6E14CB-BA29-40ED-B9E1-9AF554AFD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2" name="Freeform 53">
              <a:extLst>
                <a:ext uri="{FF2B5EF4-FFF2-40B4-BE49-F238E27FC236}">
                  <a16:creationId xmlns:a16="http://schemas.microsoft.com/office/drawing/2014/main" id="{384A67CA-9AF3-4473-9BC7-2C48C4326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3" name="Freeform 54">
              <a:extLst>
                <a:ext uri="{FF2B5EF4-FFF2-40B4-BE49-F238E27FC236}">
                  <a16:creationId xmlns:a16="http://schemas.microsoft.com/office/drawing/2014/main" id="{9DE1AF00-9D03-4DFB-B862-C8665962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4" name="Freeform 55">
              <a:extLst>
                <a:ext uri="{FF2B5EF4-FFF2-40B4-BE49-F238E27FC236}">
                  <a16:creationId xmlns:a16="http://schemas.microsoft.com/office/drawing/2014/main" id="{03D15E32-C507-4B36-B9AB-BD0A1AEB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5" name="Freeform 56">
              <a:extLst>
                <a:ext uri="{FF2B5EF4-FFF2-40B4-BE49-F238E27FC236}">
                  <a16:creationId xmlns:a16="http://schemas.microsoft.com/office/drawing/2014/main" id="{978B3024-1C05-4858-A919-0ABF75EF7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6" name="Freeform 57">
              <a:extLst>
                <a:ext uri="{FF2B5EF4-FFF2-40B4-BE49-F238E27FC236}">
                  <a16:creationId xmlns:a16="http://schemas.microsoft.com/office/drawing/2014/main" id="{04B0C1D6-8B63-4D35-83C5-5D433119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7" name="Freeform 58">
              <a:extLst>
                <a:ext uri="{FF2B5EF4-FFF2-40B4-BE49-F238E27FC236}">
                  <a16:creationId xmlns:a16="http://schemas.microsoft.com/office/drawing/2014/main" id="{C0409678-BF82-43B2-8F95-46A5A0E18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D9252A-AFAB-0B18-022B-B07778F3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8152-C741-3D59-1696-E30510CF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425" y="3602038"/>
            <a:ext cx="3734942" cy="2052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cap="all"/>
              <a:t>Sensor </a:t>
            </a:r>
            <a:r>
              <a:rPr lang="en-US" sz="2000" cap="all" err="1"/>
              <a:t>onderzoek</a:t>
            </a:r>
            <a:endParaRPr lang="en-US" sz="2000" cap="all"/>
          </a:p>
          <a:p>
            <a:pPr marL="0" indent="0">
              <a:buNone/>
            </a:pPr>
            <a:endParaRPr lang="en-US" sz="2000" cap="all">
              <a:solidFill>
                <a:schemeClr val="bg1"/>
              </a:solidFill>
            </a:endParaRPr>
          </a:p>
        </p:txBody>
      </p:sp>
      <p:sp>
        <p:nvSpPr>
          <p:cNvPr id="139" name="Round Diagonal Corner Rectangle 6">
            <a:extLst>
              <a:ext uri="{FF2B5EF4-FFF2-40B4-BE49-F238E27FC236}">
                <a16:creationId xmlns:a16="http://schemas.microsoft.com/office/drawing/2014/main" id="{E6A49086-297C-45EA-8090-994D86666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531DC-89E4-E6A9-B2F7-6D2DDA383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72" y="2539366"/>
            <a:ext cx="4635583" cy="973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718E4B-52B9-E014-E782-2C9366EB7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672" y="4198148"/>
            <a:ext cx="4635583" cy="857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424C9A-685D-C0BE-B912-B48372C7EAD2}"/>
              </a:ext>
            </a:extLst>
          </p:cNvPr>
          <p:cNvSpPr txBox="1"/>
          <p:nvPr/>
        </p:nvSpPr>
        <p:spPr>
          <a:xfrm>
            <a:off x="6189817" y="1099106"/>
            <a:ext cx="509873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Wat is de </a:t>
            </a:r>
            <a:r>
              <a:rPr lang="en-US" err="1">
                <a:solidFill>
                  <a:schemeClr val="bg1"/>
                </a:solidFill>
              </a:rPr>
              <a:t>meest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geschikte</a:t>
            </a:r>
            <a:r>
              <a:rPr lang="en-US">
                <a:solidFill>
                  <a:schemeClr val="bg1"/>
                </a:solidFill>
              </a:rPr>
              <a:t> sensor </a:t>
            </a:r>
            <a:r>
              <a:rPr lang="en-US" err="1">
                <a:solidFill>
                  <a:schemeClr val="bg1"/>
                </a:solidFill>
              </a:rPr>
              <a:t>voor</a:t>
            </a:r>
            <a:r>
              <a:rPr lang="en-US">
                <a:solidFill>
                  <a:schemeClr val="bg1"/>
                </a:solidFill>
              </a:rPr>
              <a:t> het prototype?</a:t>
            </a:r>
          </a:p>
        </p:txBody>
      </p:sp>
    </p:spTree>
    <p:extLst>
      <p:ext uri="{BB962C8B-B14F-4D97-AF65-F5344CB8AC3E}">
        <p14:creationId xmlns:p14="http://schemas.microsoft.com/office/powerpoint/2010/main" val="3316613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735C8-52C0-A15E-BA54-052913D0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>
            <a:extLst>
              <a:ext uri="{FF2B5EF4-FFF2-40B4-BE49-F238E27FC236}">
                <a16:creationId xmlns:a16="http://schemas.microsoft.com/office/drawing/2014/main" id="{1E35B146-0F95-7ED3-27A1-18548AB3C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2D5D996E-0D52-3F53-C669-956FD8614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4" name="Rectangle 5">
              <a:extLst>
                <a:ext uri="{FF2B5EF4-FFF2-40B4-BE49-F238E27FC236}">
                  <a16:creationId xmlns:a16="http://schemas.microsoft.com/office/drawing/2014/main" id="{F13FF6CB-A8E9-ED0F-A8F9-BF041E356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id="{5C100A50-2B7B-93C5-BD67-01E448273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E8BACA4D-D558-949F-9618-EFAE132E8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7" name="Rectangle 8">
              <a:extLst>
                <a:ext uri="{FF2B5EF4-FFF2-40B4-BE49-F238E27FC236}">
                  <a16:creationId xmlns:a16="http://schemas.microsoft.com/office/drawing/2014/main" id="{3614EC35-27DA-960F-42F7-754B183F5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7D0F278B-049B-4AA5-8993-770C94429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Freeform 10">
              <a:extLst>
                <a:ext uri="{FF2B5EF4-FFF2-40B4-BE49-F238E27FC236}">
                  <a16:creationId xmlns:a16="http://schemas.microsoft.com/office/drawing/2014/main" id="{D0B0DA59-85D8-7874-50B9-2567102BB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id="{48D6803F-EF83-D868-96DF-1130D9634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Freeform 12">
              <a:extLst>
                <a:ext uri="{FF2B5EF4-FFF2-40B4-BE49-F238E27FC236}">
                  <a16:creationId xmlns:a16="http://schemas.microsoft.com/office/drawing/2014/main" id="{E18D88C9-0B54-0055-AD7E-79F984F4C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Freeform 13">
              <a:extLst>
                <a:ext uri="{FF2B5EF4-FFF2-40B4-BE49-F238E27FC236}">
                  <a16:creationId xmlns:a16="http://schemas.microsoft.com/office/drawing/2014/main" id="{B14620A1-2928-41D0-B486-ED9D07587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Freeform 14">
              <a:extLst>
                <a:ext uri="{FF2B5EF4-FFF2-40B4-BE49-F238E27FC236}">
                  <a16:creationId xmlns:a16="http://schemas.microsoft.com/office/drawing/2014/main" id="{D60F5035-8F71-AA76-4592-BAFF1B76B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32C31435-0DB8-305D-0438-F7061032E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63721EE2-A749-6177-B14A-61EAA8B2C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id="{41CCBC2A-0B49-C39D-B66D-F2FBDCE6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80AA5A22-495A-185E-229E-52DA7C9B4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Freeform 19">
              <a:extLst>
                <a:ext uri="{FF2B5EF4-FFF2-40B4-BE49-F238E27FC236}">
                  <a16:creationId xmlns:a16="http://schemas.microsoft.com/office/drawing/2014/main" id="{072D79D0-3E12-5070-BC58-07EFAC616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9" name="Freeform 20">
              <a:extLst>
                <a:ext uri="{FF2B5EF4-FFF2-40B4-BE49-F238E27FC236}">
                  <a16:creationId xmlns:a16="http://schemas.microsoft.com/office/drawing/2014/main" id="{9BE81F3B-DD23-A1A0-06FC-FDF79C5C7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0" name="Freeform 21">
              <a:extLst>
                <a:ext uri="{FF2B5EF4-FFF2-40B4-BE49-F238E27FC236}">
                  <a16:creationId xmlns:a16="http://schemas.microsoft.com/office/drawing/2014/main" id="{01117507-2D39-3C6A-E107-7C655DE3D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1" name="Freeform 22">
              <a:extLst>
                <a:ext uri="{FF2B5EF4-FFF2-40B4-BE49-F238E27FC236}">
                  <a16:creationId xmlns:a16="http://schemas.microsoft.com/office/drawing/2014/main" id="{213DC460-3492-6E5B-8E65-779728AF7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2" name="Freeform 23">
              <a:extLst>
                <a:ext uri="{FF2B5EF4-FFF2-40B4-BE49-F238E27FC236}">
                  <a16:creationId xmlns:a16="http://schemas.microsoft.com/office/drawing/2014/main" id="{3FCDFAA0-61B6-3D85-FCEE-397CFEE61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Freeform 24">
              <a:extLst>
                <a:ext uri="{FF2B5EF4-FFF2-40B4-BE49-F238E27FC236}">
                  <a16:creationId xmlns:a16="http://schemas.microsoft.com/office/drawing/2014/main" id="{8CE13E55-4304-32CD-EE5C-AA39775BD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090904BA-FD3E-6411-D685-18E350183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3780A8E7-DF86-4D1E-F855-32409D9E7C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27">
              <a:extLst>
                <a:ext uri="{FF2B5EF4-FFF2-40B4-BE49-F238E27FC236}">
                  <a16:creationId xmlns:a16="http://schemas.microsoft.com/office/drawing/2014/main" id="{1CD57CCA-5B90-587E-E12A-42B389815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28">
              <a:extLst>
                <a:ext uri="{FF2B5EF4-FFF2-40B4-BE49-F238E27FC236}">
                  <a16:creationId xmlns:a16="http://schemas.microsoft.com/office/drawing/2014/main" id="{B8B2D01F-9B55-6473-BD25-451B94FB8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4772610E-5245-D2A6-9D49-2EEAFEFCE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30">
              <a:extLst>
                <a:ext uri="{FF2B5EF4-FFF2-40B4-BE49-F238E27FC236}">
                  <a16:creationId xmlns:a16="http://schemas.microsoft.com/office/drawing/2014/main" id="{F12E0691-D77A-A67F-83B5-5C2AEE938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31">
              <a:extLst>
                <a:ext uri="{FF2B5EF4-FFF2-40B4-BE49-F238E27FC236}">
                  <a16:creationId xmlns:a16="http://schemas.microsoft.com/office/drawing/2014/main" id="{8EF1F9B9-02C2-ADD4-4310-015277B221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32">
              <a:extLst>
                <a:ext uri="{FF2B5EF4-FFF2-40B4-BE49-F238E27FC236}">
                  <a16:creationId xmlns:a16="http://schemas.microsoft.com/office/drawing/2014/main" id="{662512EA-F45B-B606-9E8B-FE88B4A58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Rectangle 33">
              <a:extLst>
                <a:ext uri="{FF2B5EF4-FFF2-40B4-BE49-F238E27FC236}">
                  <a16:creationId xmlns:a16="http://schemas.microsoft.com/office/drawing/2014/main" id="{24CC8607-A3A6-BED4-B8A9-A8A3B63AA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3" name="Freeform 34">
              <a:extLst>
                <a:ext uri="{FF2B5EF4-FFF2-40B4-BE49-F238E27FC236}">
                  <a16:creationId xmlns:a16="http://schemas.microsoft.com/office/drawing/2014/main" id="{A7C32F87-9898-6449-2F36-CA72BA877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4" name="Freeform 35">
              <a:extLst>
                <a:ext uri="{FF2B5EF4-FFF2-40B4-BE49-F238E27FC236}">
                  <a16:creationId xmlns:a16="http://schemas.microsoft.com/office/drawing/2014/main" id="{826C4CB1-7898-F138-8D42-60F7AD25F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5" name="Freeform 36">
              <a:extLst>
                <a:ext uri="{FF2B5EF4-FFF2-40B4-BE49-F238E27FC236}">
                  <a16:creationId xmlns:a16="http://schemas.microsoft.com/office/drawing/2014/main" id="{83A9D0D3-EB25-E9A4-D0BB-37D2BA89F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6" name="Freeform 37">
              <a:extLst>
                <a:ext uri="{FF2B5EF4-FFF2-40B4-BE49-F238E27FC236}">
                  <a16:creationId xmlns:a16="http://schemas.microsoft.com/office/drawing/2014/main" id="{3C7A6EFA-DDEA-FC4D-4407-372FA31BC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7" name="Freeform 38">
              <a:extLst>
                <a:ext uri="{FF2B5EF4-FFF2-40B4-BE49-F238E27FC236}">
                  <a16:creationId xmlns:a16="http://schemas.microsoft.com/office/drawing/2014/main" id="{ECB54DD1-0D9F-53DD-F330-8D640F100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8" name="Freeform 39">
              <a:extLst>
                <a:ext uri="{FF2B5EF4-FFF2-40B4-BE49-F238E27FC236}">
                  <a16:creationId xmlns:a16="http://schemas.microsoft.com/office/drawing/2014/main" id="{8AA170EC-3286-783F-EC4C-48B28E1B6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9" name="Freeform 40">
              <a:extLst>
                <a:ext uri="{FF2B5EF4-FFF2-40B4-BE49-F238E27FC236}">
                  <a16:creationId xmlns:a16="http://schemas.microsoft.com/office/drawing/2014/main" id="{C4AFB141-54D7-2344-BCB2-8E00717E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0" name="Freeform 41">
              <a:extLst>
                <a:ext uri="{FF2B5EF4-FFF2-40B4-BE49-F238E27FC236}">
                  <a16:creationId xmlns:a16="http://schemas.microsoft.com/office/drawing/2014/main" id="{74E2F685-A9E1-2A5A-1A0B-F53499605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1" name="Freeform 42">
              <a:extLst>
                <a:ext uri="{FF2B5EF4-FFF2-40B4-BE49-F238E27FC236}">
                  <a16:creationId xmlns:a16="http://schemas.microsoft.com/office/drawing/2014/main" id="{98B52555-3E2D-6D43-22E3-06918DAA8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2" name="Freeform 43">
              <a:extLst>
                <a:ext uri="{FF2B5EF4-FFF2-40B4-BE49-F238E27FC236}">
                  <a16:creationId xmlns:a16="http://schemas.microsoft.com/office/drawing/2014/main" id="{C85AE0DF-FC70-5661-742D-66134882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3" name="Freeform 44">
              <a:extLst>
                <a:ext uri="{FF2B5EF4-FFF2-40B4-BE49-F238E27FC236}">
                  <a16:creationId xmlns:a16="http://schemas.microsoft.com/office/drawing/2014/main" id="{52A19B5E-2B98-6CD6-7FEF-D7919ED6D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4" name="Rectangle 45">
              <a:extLst>
                <a:ext uri="{FF2B5EF4-FFF2-40B4-BE49-F238E27FC236}">
                  <a16:creationId xmlns:a16="http://schemas.microsoft.com/office/drawing/2014/main" id="{D19EE592-0B26-7481-F10D-46B3EB6D6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5" name="Freeform 46">
              <a:extLst>
                <a:ext uri="{FF2B5EF4-FFF2-40B4-BE49-F238E27FC236}">
                  <a16:creationId xmlns:a16="http://schemas.microsoft.com/office/drawing/2014/main" id="{843F2757-F2EE-0254-52DC-23450B8FE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6" name="Freeform 47">
              <a:extLst>
                <a:ext uri="{FF2B5EF4-FFF2-40B4-BE49-F238E27FC236}">
                  <a16:creationId xmlns:a16="http://schemas.microsoft.com/office/drawing/2014/main" id="{78D9290A-2906-7922-789A-2665FD94E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7" name="Freeform 48">
              <a:extLst>
                <a:ext uri="{FF2B5EF4-FFF2-40B4-BE49-F238E27FC236}">
                  <a16:creationId xmlns:a16="http://schemas.microsoft.com/office/drawing/2014/main" id="{EBD535D1-A939-43C3-2381-0611CB124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8" name="Freeform 49">
              <a:extLst>
                <a:ext uri="{FF2B5EF4-FFF2-40B4-BE49-F238E27FC236}">
                  <a16:creationId xmlns:a16="http://schemas.microsoft.com/office/drawing/2014/main" id="{2A62A250-BC26-A53E-57E7-9A7953CFF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9" name="Freeform 50">
              <a:extLst>
                <a:ext uri="{FF2B5EF4-FFF2-40B4-BE49-F238E27FC236}">
                  <a16:creationId xmlns:a16="http://schemas.microsoft.com/office/drawing/2014/main" id="{204C9429-528F-AAEB-C7BD-B40BFB22D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0" name="Freeform 51">
              <a:extLst>
                <a:ext uri="{FF2B5EF4-FFF2-40B4-BE49-F238E27FC236}">
                  <a16:creationId xmlns:a16="http://schemas.microsoft.com/office/drawing/2014/main" id="{5C4C2555-C8E6-22F8-CDE9-4AC1DD9B2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1" name="Freeform 52">
              <a:extLst>
                <a:ext uri="{FF2B5EF4-FFF2-40B4-BE49-F238E27FC236}">
                  <a16:creationId xmlns:a16="http://schemas.microsoft.com/office/drawing/2014/main" id="{F44D9364-B708-D9A8-DD59-CA86F63CB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2" name="Freeform 53">
              <a:extLst>
                <a:ext uri="{FF2B5EF4-FFF2-40B4-BE49-F238E27FC236}">
                  <a16:creationId xmlns:a16="http://schemas.microsoft.com/office/drawing/2014/main" id="{84D691DB-BF45-DB4F-0E32-BAFA2247A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3" name="Freeform 54">
              <a:extLst>
                <a:ext uri="{FF2B5EF4-FFF2-40B4-BE49-F238E27FC236}">
                  <a16:creationId xmlns:a16="http://schemas.microsoft.com/office/drawing/2014/main" id="{767E7524-EB54-7172-EF70-C1447AFBC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4" name="Freeform 55">
              <a:extLst>
                <a:ext uri="{FF2B5EF4-FFF2-40B4-BE49-F238E27FC236}">
                  <a16:creationId xmlns:a16="http://schemas.microsoft.com/office/drawing/2014/main" id="{9A77E1D9-4553-347E-17C3-B89010C0D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5" name="Freeform 56">
              <a:extLst>
                <a:ext uri="{FF2B5EF4-FFF2-40B4-BE49-F238E27FC236}">
                  <a16:creationId xmlns:a16="http://schemas.microsoft.com/office/drawing/2014/main" id="{183F5EB3-A999-2D05-27EE-3274152D2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6" name="Freeform 57">
              <a:extLst>
                <a:ext uri="{FF2B5EF4-FFF2-40B4-BE49-F238E27FC236}">
                  <a16:creationId xmlns:a16="http://schemas.microsoft.com/office/drawing/2014/main" id="{767EF10E-B65F-7B82-8068-E9D2DFF97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7" name="Freeform 58">
              <a:extLst>
                <a:ext uri="{FF2B5EF4-FFF2-40B4-BE49-F238E27FC236}">
                  <a16:creationId xmlns:a16="http://schemas.microsoft.com/office/drawing/2014/main" id="{AF424C05-3FF6-E024-E9B0-2104B3775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C17325-1262-AFF2-C0D0-F4CCBAF9D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4ECD-ADFC-E7DE-B61B-816C4CACE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425" y="3602038"/>
            <a:ext cx="3734942" cy="2052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cap="all"/>
              <a:t>Sensor </a:t>
            </a:r>
            <a:r>
              <a:rPr lang="en-US" sz="2000" cap="all" err="1"/>
              <a:t>onderzoek</a:t>
            </a:r>
            <a:endParaRPr lang="en-US" sz="2000" cap="all"/>
          </a:p>
          <a:p>
            <a:pPr marL="0" indent="0">
              <a:buNone/>
            </a:pPr>
            <a:endParaRPr lang="en-US" sz="2000" cap="all">
              <a:solidFill>
                <a:schemeClr val="bg1"/>
              </a:solidFill>
            </a:endParaRPr>
          </a:p>
        </p:txBody>
      </p:sp>
      <p:sp>
        <p:nvSpPr>
          <p:cNvPr id="139" name="Round Diagonal Corner Rectangle 6">
            <a:extLst>
              <a:ext uri="{FF2B5EF4-FFF2-40B4-BE49-F238E27FC236}">
                <a16:creationId xmlns:a16="http://schemas.microsoft.com/office/drawing/2014/main" id="{4443575A-D6A9-1CF0-4A55-D7640B0F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9BE9AEE-66F7-180E-776D-FD507E8BF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809" y="1720123"/>
            <a:ext cx="4116978" cy="3476559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CBED1AC0-8E6C-B85F-D419-B2706CD32C6B}"/>
              </a:ext>
            </a:extLst>
          </p:cNvPr>
          <p:cNvSpPr txBox="1"/>
          <p:nvPr/>
        </p:nvSpPr>
        <p:spPr>
          <a:xfrm>
            <a:off x="8266140" y="1146731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>
                <a:solidFill>
                  <a:schemeClr val="bg1"/>
                </a:solidFill>
              </a:rPr>
              <a:t>XM125</a:t>
            </a:r>
          </a:p>
        </p:txBody>
      </p:sp>
    </p:spTree>
    <p:extLst>
      <p:ext uri="{BB962C8B-B14F-4D97-AF65-F5344CB8AC3E}">
        <p14:creationId xmlns:p14="http://schemas.microsoft.com/office/powerpoint/2010/main" val="293747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5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8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99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0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1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2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5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1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2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3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4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5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6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7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8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8AFCCB-5F34-5ADC-4F0E-B5CF096E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0B328-D5FE-6F31-A16F-2A30F608B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425" y="3602038"/>
            <a:ext cx="3734942" cy="2052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cap="all" err="1">
                <a:solidFill>
                  <a:schemeClr val="bg1"/>
                </a:solidFill>
              </a:rPr>
              <a:t>Mqtt</a:t>
            </a:r>
            <a:r>
              <a:rPr lang="en-US" sz="2000" cap="all">
                <a:solidFill>
                  <a:schemeClr val="bg1"/>
                </a:solidFill>
              </a:rPr>
              <a:t> </a:t>
            </a:r>
            <a:r>
              <a:rPr lang="en-US" sz="2000" cap="all" err="1">
                <a:solidFill>
                  <a:schemeClr val="bg1"/>
                </a:solidFill>
              </a:rPr>
              <a:t>communicatie</a:t>
            </a:r>
            <a:endParaRPr lang="en-US" sz="2000" cap="all">
              <a:solidFill>
                <a:schemeClr val="bg1"/>
              </a:solidFill>
            </a:endParaRPr>
          </a:p>
        </p:txBody>
      </p:sp>
      <p:sp useBgFill="1">
        <p:nvSpPr>
          <p:cNvPr id="130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 descr="MQTT Working, Types, Applications">
            <a:extLst>
              <a:ext uri="{FF2B5EF4-FFF2-40B4-BE49-F238E27FC236}">
                <a16:creationId xmlns:a16="http://schemas.microsoft.com/office/drawing/2014/main" id="{775FE6A1-8D4D-2EB4-BA8F-F256F732F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379804"/>
            <a:ext cx="4635583" cy="40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4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C6F4-27A0-0196-2DD9-ECA366E3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A0C4-E337-698F-02DB-DD9821EF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PSP</a:t>
            </a:r>
          </a:p>
        </p:txBody>
      </p:sp>
    </p:spTree>
    <p:extLst>
      <p:ext uri="{BB962C8B-B14F-4D97-AF65-F5344CB8AC3E}">
        <p14:creationId xmlns:p14="http://schemas.microsoft.com/office/powerpoint/2010/main" val="3713448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83C0-5928-3D25-8DF8-C73DAB7D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Retrospective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B9B96BE-6ABB-FEBD-720F-A69EB1265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770041"/>
              </p:ext>
            </p:extLst>
          </p:nvPr>
        </p:nvGraphicFramePr>
        <p:xfrm>
          <a:off x="1141413" y="2418820"/>
          <a:ext cx="99060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093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0A9-403F-B7B2-2C56-10872C9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42EC-3925-A550-4869-D9EB7675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1EA5-C74C-EEF9-5368-E957897D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00695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Sensor </a:t>
            </a:r>
            <a:r>
              <a:rPr lang="en-US" err="1"/>
              <a:t>testen</a:t>
            </a:r>
            <a:r>
              <a:rPr lang="en-US"/>
              <a:t> </a:t>
            </a:r>
            <a:r>
              <a:rPr lang="en-US" err="1"/>
              <a:t>zodra</a:t>
            </a:r>
            <a:r>
              <a:rPr lang="en-US"/>
              <a:t> die </a:t>
            </a:r>
            <a:r>
              <a:rPr lang="en-US" err="1"/>
              <a:t>binnen</a:t>
            </a:r>
            <a:r>
              <a:rPr lang="en-US"/>
              <a:t> is</a:t>
            </a:r>
          </a:p>
          <a:p>
            <a:r>
              <a:rPr lang="en-US" err="1"/>
              <a:t>Draaien</a:t>
            </a:r>
            <a:r>
              <a:rPr lang="en-US"/>
              <a:t> </a:t>
            </a:r>
            <a:r>
              <a:rPr lang="en-US" err="1"/>
              <a:t>zonder</a:t>
            </a:r>
            <a:r>
              <a:rPr lang="en-US"/>
              <a:t> docker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118A02-1278-A704-599C-314C49CAE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4C8972C7-00E9-D332-E5DE-B5911116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439" r="144" b="1439"/>
          <a:stretch/>
        </p:blipFill>
        <p:spPr>
          <a:xfrm>
            <a:off x="1286556" y="3748314"/>
            <a:ext cx="7772400" cy="15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87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B805-4C4F-900E-16DF-EFCCAFCA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9387-4B69-D7C4-9D0F-E3C3FE72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9257-F260-2C02-E03F-7A86B6FE4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00695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SDI </a:t>
            </a:r>
            <a:r>
              <a:rPr lang="en-US" err="1"/>
              <a:t>standaarden</a:t>
            </a:r>
            <a:r>
              <a:rPr lang="en-US"/>
              <a:t> </a:t>
            </a:r>
            <a:r>
              <a:rPr lang="en-US" err="1"/>
              <a:t>bedenken</a:t>
            </a:r>
            <a:r>
              <a:rPr lang="en-US"/>
              <a:t> </a:t>
            </a:r>
          </a:p>
          <a:p>
            <a:r>
              <a:rPr lang="en-US"/>
              <a:t>Het </a:t>
            </a:r>
            <a:r>
              <a:rPr lang="en-US" err="1"/>
              <a:t>documenteren</a:t>
            </a:r>
            <a:r>
              <a:rPr lang="en-US"/>
              <a:t> van de </a:t>
            </a:r>
            <a:r>
              <a:rPr lang="en-US" err="1"/>
              <a:t>bedachtte</a:t>
            </a:r>
            <a:r>
              <a:rPr lang="en-US"/>
              <a:t> </a:t>
            </a:r>
            <a:r>
              <a:rPr lang="en-US" err="1"/>
              <a:t>standaarden</a:t>
            </a:r>
            <a:endParaRPr lang="en-US"/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6D29F14-3C60-383F-FBA6-2983BA6CA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6B949F7-F17B-3F90-6C07-5F7E6CC6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4071552"/>
            <a:ext cx="7772400" cy="99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018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573C-1897-A4FC-DCF1-0F43DE59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28EE-93FC-0BDC-F843-7F4D61B2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F9D0B-E9A0-74E4-2A2E-8A3458D95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00695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Dashboard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elke</a:t>
            </a:r>
            <a:r>
              <a:rPr lang="en-US"/>
              <a:t> module </a:t>
            </a:r>
            <a:r>
              <a:rPr lang="en-US" err="1"/>
              <a:t>maken</a:t>
            </a:r>
            <a:endParaRPr lang="en-US"/>
          </a:p>
          <a:p>
            <a:r>
              <a:rPr lang="en-US"/>
              <a:t>Op Afstand </a:t>
            </a:r>
            <a:r>
              <a:rPr lang="en-US" err="1"/>
              <a:t>sensoren</a:t>
            </a:r>
            <a:r>
              <a:rPr lang="en-US"/>
              <a:t> uitlezen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F2D8C7-B0BF-24D1-335B-35FEDBB04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7853AD8-5C84-B283-2334-B5020C260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98" y="3614352"/>
            <a:ext cx="7772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64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Circuit</vt:lpstr>
      <vt:lpstr>Autonoom manoeuvreren in de haven</vt:lpstr>
      <vt:lpstr>RECAP</vt:lpstr>
      <vt:lpstr>Sprint review</vt:lpstr>
      <vt:lpstr>Sprint review</vt:lpstr>
      <vt:lpstr>Sprint review</vt:lpstr>
      <vt:lpstr>Sprint review</vt:lpstr>
      <vt:lpstr>Sprint review</vt:lpstr>
      <vt:lpstr>Sprint review</vt:lpstr>
      <vt:lpstr>Retrospective</vt:lpstr>
      <vt:lpstr>Volgende sprint</vt:lpstr>
      <vt:lpstr>Volgende sprint</vt:lpstr>
      <vt:lpstr>Volgende sprint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</cp:revision>
  <dcterms:created xsi:type="dcterms:W3CDTF">2025-02-14T14:23:52Z</dcterms:created>
  <dcterms:modified xsi:type="dcterms:W3CDTF">2025-03-27T09:34:27Z</dcterms:modified>
</cp:coreProperties>
</file>