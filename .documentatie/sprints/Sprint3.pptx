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0" r:id="rId4"/>
    <p:sldId id="267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1AC253-D273-140C-E8C1-6F99A85E6758}" v="53" dt="2025-04-24T08:22:19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B61AC253-D273-140C-E8C1-6F99A85E6758}"/>
    <pc:docChg chg="addSld delSld modSld">
      <pc:chgData name="Mees van der Waal (1052159)" userId="S::1052159@hr.nl::f47bb1cd-9a7d-4d84-91da-2dc9c3e5f91c" providerId="AD" clId="Web-{B61AC253-D273-140C-E8C1-6F99A85E6758}" dt="2025-04-24T08:22:19.602" v="45"/>
      <pc:docMkLst>
        <pc:docMk/>
      </pc:docMkLst>
      <pc:sldChg chg="del">
        <pc:chgData name="Mees van der Waal (1052159)" userId="S::1052159@hr.nl::f47bb1cd-9a7d-4d84-91da-2dc9c3e5f91c" providerId="AD" clId="Web-{B61AC253-D273-140C-E8C1-6F99A85E6758}" dt="2025-04-24T08:13:58.839" v="7"/>
        <pc:sldMkLst>
          <pc:docMk/>
          <pc:sldMk cId="1448387869" sldId="264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07.667" v="11"/>
        <pc:sldMkLst>
          <pc:docMk/>
          <pc:sldMk cId="630579946" sldId="265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9.602" v="45"/>
        <pc:sldMkLst>
          <pc:docMk/>
          <pc:sldMk cId="1945095330" sldId="266"/>
        </pc:sldMkLst>
        <pc:spChg chg="mod">
          <ac:chgData name="Mees van der Waal (1052159)" userId="S::1052159@hr.nl::f47bb1cd-9a7d-4d84-91da-2dc9c3e5f91c" providerId="AD" clId="Web-{B61AC253-D273-140C-E8C1-6F99A85E6758}" dt="2025-04-24T08:14:22.980" v="17" actId="20577"/>
          <ac:spMkLst>
            <pc:docMk/>
            <pc:sldMk cId="1945095330" sldId="266"/>
            <ac:spMk id="2" creationId="{33151159-BC11-3441-1D0E-3029B901861F}"/>
          </ac:spMkLst>
        </pc:spChg>
        <pc:spChg chg="mod">
          <ac:chgData name="Mees van der Waal (1052159)" userId="S::1052159@hr.nl::f47bb1cd-9a7d-4d84-91da-2dc9c3e5f91c" providerId="AD" clId="Web-{B61AC253-D273-140C-E8C1-6F99A85E6758}" dt="2025-04-24T08:21:56.352" v="38" actId="20577"/>
          <ac:spMkLst>
            <pc:docMk/>
            <pc:sldMk cId="1945095330" sldId="266"/>
            <ac:spMk id="3" creationId="{73EDF58C-BCF0-D333-DE52-D615EB729401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9.602" v="45"/>
          <ac:picMkLst>
            <pc:docMk/>
            <pc:sldMk cId="1945095330" sldId="266"/>
            <ac:picMk id="5" creationId="{735286A2-E32A-52A8-2FC5-920AE5AB71DA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261" v="1"/>
        <pc:sldMkLst>
          <pc:docMk/>
          <pc:sldMk cId="462427109" sldId="267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5.790" v="44"/>
        <pc:sldMkLst>
          <pc:docMk/>
          <pc:sldMk cId="3438125216" sldId="267"/>
        </pc:sldMkLst>
        <pc:spChg chg="mod">
          <ac:chgData name="Mees van der Waal (1052159)" userId="S::1052159@hr.nl::f47bb1cd-9a7d-4d84-91da-2dc9c3e5f91c" providerId="AD" clId="Web-{B61AC253-D273-140C-E8C1-6F99A85E6758}" dt="2025-04-24T08:22:01.446" v="43" actId="20577"/>
          <ac:spMkLst>
            <pc:docMk/>
            <pc:sldMk cId="3438125216" sldId="267"/>
            <ac:spMk id="2" creationId="{9A82F3D4-C36C-1F62-66E9-85FDD9C407E5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5.790" v="44"/>
          <ac:picMkLst>
            <pc:docMk/>
            <pc:sldMk cId="3438125216" sldId="267"/>
            <ac:picMk id="5" creationId="{F21FFFBD-CFB9-337B-EEFC-B42DD6661C70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589" v="2"/>
        <pc:sldMkLst>
          <pc:docMk/>
          <pc:sldMk cId="3316613587" sldId="268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33" v="4"/>
        <pc:sldMkLst>
          <pc:docMk/>
          <pc:sldMk cId="187904320" sldId="271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4.104" v="0"/>
        <pc:sldMkLst>
          <pc:docMk/>
          <pc:sldMk cId="1925568384" sldId="272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95" v="6"/>
        <pc:sldMkLst>
          <pc:docMk/>
          <pc:sldMk cId="2830931085" sldId="273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64" v="5"/>
        <pc:sldMkLst>
          <pc:docMk/>
          <pc:sldMk cId="3713448215" sldId="274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6.105" v="3"/>
        <pc:sldMkLst>
          <pc:docMk/>
          <pc:sldMk cId="2937471029" sldId="276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9.823" v="8"/>
        <pc:sldMkLst>
          <pc:docMk/>
          <pc:sldMk cId="3966701848" sldId="277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12.167" v="13"/>
        <pc:sldMkLst>
          <pc:docMk/>
          <pc:sldMk cId="3888164645" sldId="279"/>
        </pc:sldMkLst>
      </pc:sldChg>
    </pc:docChg>
  </pc:docChgLst>
  <pc:docChgLst>
    <pc:chgData name="Mees van der Waal (1052159)" userId="S::1052159@hr.nl::f47bb1cd-9a7d-4d84-91da-2dc9c3e5f91c" providerId="AD" clId="Web-{3BC2FEB3-5FE6-D2B0-83EF-43D3F212C5F8}"/>
    <pc:docChg chg="modSld">
      <pc:chgData name="Mees van der Waal (1052159)" userId="S::1052159@hr.nl::f47bb1cd-9a7d-4d84-91da-2dc9c3e5f91c" providerId="AD" clId="Web-{3BC2FEB3-5FE6-D2B0-83EF-43D3F212C5F8}" dt="2025-03-21T11:11:31.438" v="104" actId="20577"/>
      <pc:docMkLst>
        <pc:docMk/>
      </pc:docMkLst>
      <pc:sldChg chg="addSp delSp modSp">
        <pc:chgData name="Mees van der Waal (1052159)" userId="S::1052159@hr.nl::f47bb1cd-9a7d-4d84-91da-2dc9c3e5f91c" providerId="AD" clId="Web-{3BC2FEB3-5FE6-D2B0-83EF-43D3F212C5F8}" dt="2025-03-21T11:03:11.908" v="29"/>
        <pc:sldMkLst>
          <pc:docMk/>
          <pc:sldMk cId="1448387869" sldId="264"/>
        </pc:sldMkLst>
        <pc:spChg chg="add del">
          <ac:chgData name="Mees van der Waal (1052159)" userId="S::1052159@hr.nl::f47bb1cd-9a7d-4d84-91da-2dc9c3e5f91c" providerId="AD" clId="Web-{3BC2FEB3-5FE6-D2B0-83EF-43D3F212C5F8}" dt="2025-03-21T11:03:11.908" v="28"/>
          <ac:spMkLst>
            <pc:docMk/>
            <pc:sldMk cId="1448387869" sldId="264"/>
            <ac:spMk id="3" creationId="{75611EA5-C74C-EEF9-5368-E957897DD1D6}"/>
          </ac:spMkLst>
        </pc:spChg>
        <pc:picChg chg="add del">
          <ac:chgData name="Mees van der Waal (1052159)" userId="S::1052159@hr.nl::f47bb1cd-9a7d-4d84-91da-2dc9c3e5f91c" providerId="AD" clId="Web-{3BC2FEB3-5FE6-D2B0-83EF-43D3F212C5F8}" dt="2025-03-21T11:03:11.908" v="29"/>
          <ac:picMkLst>
            <pc:docMk/>
            <pc:sldMk cId="1448387869" sldId="264"/>
            <ac:picMk id="5" creationId="{4C8972C7-00E9-D332-E5DE-B5911116D81B}"/>
          </ac:picMkLst>
        </pc:picChg>
      </pc:sldChg>
      <pc:sldChg chg="addSp delSp modSp">
        <pc:chgData name="Mees van der Waal (1052159)" userId="S::1052159@hr.nl::f47bb1cd-9a7d-4d84-91da-2dc9c3e5f91c" providerId="AD" clId="Web-{3BC2FEB3-5FE6-D2B0-83EF-43D3F212C5F8}" dt="2025-03-21T11:11:15.782" v="87" actId="20577"/>
        <pc:sldMkLst>
          <pc:docMk/>
          <pc:sldMk cId="462427109" sldId="267"/>
        </pc:sldMkLst>
        <pc:spChg chg="mod">
          <ac:chgData name="Mees van der Waal (1052159)" userId="S::1052159@hr.nl::f47bb1cd-9a7d-4d84-91da-2dc9c3e5f91c" providerId="AD" clId="Web-{3BC2FEB3-5FE6-D2B0-83EF-43D3F212C5F8}" dt="2025-03-21T11:11:15.782" v="87" actId="20577"/>
          <ac:spMkLst>
            <pc:docMk/>
            <pc:sldMk cId="462427109" sldId="267"/>
            <ac:spMk id="3" creationId="{04FE7EAC-2576-1320-3389-A13125ED8382}"/>
          </ac:spMkLst>
        </pc:spChg>
        <pc:spChg chg="add">
          <ac:chgData name="Mees van der Waal (1052159)" userId="S::1052159@hr.nl::f47bb1cd-9a7d-4d84-91da-2dc9c3e5f91c" providerId="AD" clId="Web-{3BC2FEB3-5FE6-D2B0-83EF-43D3F212C5F8}" dt="2025-03-21T11:04:53.692" v="40"/>
          <ac:spMkLst>
            <pc:docMk/>
            <pc:sldMk cId="462427109" sldId="267"/>
            <ac:spMk id="81" creationId="{C2E4E997-8672-4FFD-B8EC-9932A8E4714B}"/>
          </ac:spMkLst>
        </pc:spChg>
        <pc:grpChg chg="add">
          <ac:chgData name="Mees van der Waal (1052159)" userId="S::1052159@hr.nl::f47bb1cd-9a7d-4d84-91da-2dc9c3e5f91c" providerId="AD" clId="Web-{3BC2FEB3-5FE6-D2B0-83EF-43D3F212C5F8}" dt="2025-03-21T11:04:53.692" v="40"/>
          <ac:grpSpMkLst>
            <pc:docMk/>
            <pc:sldMk cId="462427109" sldId="267"/>
            <ac:grpSpMk id="85" creationId="{453E4DEE-E996-40F8-8635-0FF43D7348F9}"/>
          </ac:grpSpMkLst>
        </pc:grpChg>
        <pc:picChg chg="add mod">
          <ac:chgData name="Mees van der Waal (1052159)" userId="S::1052159@hr.nl::f47bb1cd-9a7d-4d84-91da-2dc9c3e5f91c" providerId="AD" clId="Web-{3BC2FEB3-5FE6-D2B0-83EF-43D3F212C5F8}" dt="2025-03-21T11:04:53.692" v="40"/>
          <ac:picMkLst>
            <pc:docMk/>
            <pc:sldMk cId="462427109" sldId="267"/>
            <ac:picMk id="4" creationId="{341E3D86-9D1B-4414-2D57-B29B5FA72C96}"/>
          </ac:picMkLst>
        </pc:picChg>
        <pc:picChg chg="add">
          <ac:chgData name="Mees van der Waal (1052159)" userId="S::1052159@hr.nl::f47bb1cd-9a7d-4d84-91da-2dc9c3e5f91c" providerId="AD" clId="Web-{3BC2FEB3-5FE6-D2B0-83EF-43D3F212C5F8}" dt="2025-03-21T11:04:53.692" v="40"/>
          <ac:picMkLst>
            <pc:docMk/>
            <pc:sldMk cId="462427109" sldId="267"/>
            <ac:picMk id="83" creationId="{FE6BA9E6-1D9E-4D30-B528-D49FA1342E4E}"/>
          </ac:picMkLst>
        </pc:picChg>
      </pc:sldChg>
      <pc:sldChg chg="delSp modSp">
        <pc:chgData name="Mees van der Waal (1052159)" userId="S::1052159@hr.nl::f47bb1cd-9a7d-4d84-91da-2dc9c3e5f91c" providerId="AD" clId="Web-{3BC2FEB3-5FE6-D2B0-83EF-43D3F212C5F8}" dt="2025-03-21T11:02:33.079" v="3" actId="20577"/>
        <pc:sldMkLst>
          <pc:docMk/>
          <pc:sldMk cId="3316613587" sldId="268"/>
        </pc:sldMkLst>
        <pc:spChg chg="mod">
          <ac:chgData name="Mees van der Waal (1052159)" userId="S::1052159@hr.nl::f47bb1cd-9a7d-4d84-91da-2dc9c3e5f91c" providerId="AD" clId="Web-{3BC2FEB3-5FE6-D2B0-83EF-43D3F212C5F8}" dt="2025-03-21T11:02:33.079" v="3" actId="20577"/>
          <ac:spMkLst>
            <pc:docMk/>
            <pc:sldMk cId="3316613587" sldId="268"/>
            <ac:spMk id="3" creationId="{DE698152-C741-3D59-1696-E30510CFE50D}"/>
          </ac:spMkLst>
        </pc:spChg>
      </pc:sldChg>
      <pc:sldChg chg="addSp delSp modSp">
        <pc:chgData name="Mees van der Waal (1052159)" userId="S::1052159@hr.nl::f47bb1cd-9a7d-4d84-91da-2dc9c3e5f91c" providerId="AD" clId="Web-{3BC2FEB3-5FE6-D2B0-83EF-43D3F212C5F8}" dt="2025-03-21T11:03:11.049" v="27"/>
        <pc:sldMkLst>
          <pc:docMk/>
          <pc:sldMk cId="235373548" sldId="269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0.299" v="24"/>
        <pc:sldMkLst>
          <pc:docMk/>
          <pc:sldMk cId="3847829345" sldId="270"/>
        </pc:sldMkLst>
      </pc:sldChg>
      <pc:sldChg chg="addSp delSp modSp mod setBg setClrOvrMap">
        <pc:chgData name="Mees van der Waal (1052159)" userId="S::1052159@hr.nl::f47bb1cd-9a7d-4d84-91da-2dc9c3e5f91c" providerId="AD" clId="Web-{3BC2FEB3-5FE6-D2B0-83EF-43D3F212C5F8}" dt="2025-03-21T11:05:37.116" v="55"/>
        <pc:sldMkLst>
          <pc:docMk/>
          <pc:sldMk cId="187904320" sldId="271"/>
        </pc:sldMkLst>
        <pc:spChg chg="mo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2" creationId="{578AFCCB-5F34-5ADC-4F0E-B5CF096E70C6}"/>
          </ac:spMkLst>
        </pc:spChg>
        <pc:spChg chg="mo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3" creationId="{B760B328-D5FE-6F31-A16F-2A30F608BBD7}"/>
          </ac:spMkLst>
        </pc:spChg>
        <pc:spChg chg="ad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70" creationId="{34106153-7990-4956-BD26-A04A030064E7}"/>
          </ac:spMkLst>
        </pc:spChg>
        <pc:spChg chg="ad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130" creationId="{62B94F88-FD5B-4053-B143-DFF55CE44377}"/>
          </ac:spMkLst>
        </pc:spChg>
        <pc:grpChg chg="add">
          <ac:chgData name="Mees van der Waal (1052159)" userId="S::1052159@hr.nl::f47bb1cd-9a7d-4d84-91da-2dc9c3e5f91c" providerId="AD" clId="Web-{3BC2FEB3-5FE6-D2B0-83EF-43D3F212C5F8}" dt="2025-03-21T11:05:37.116" v="55"/>
          <ac:grpSpMkLst>
            <pc:docMk/>
            <pc:sldMk cId="187904320" sldId="271"/>
            <ac:grpSpMk id="14" creationId="{AB86F577-8905-4B21-8AF3-C1BB3433775D}"/>
          </ac:grpSpMkLst>
        </pc:grpChg>
        <pc:grpChg chg="add">
          <ac:chgData name="Mees van der Waal (1052159)" userId="S::1052159@hr.nl::f47bb1cd-9a7d-4d84-91da-2dc9c3e5f91c" providerId="AD" clId="Web-{3BC2FEB3-5FE6-D2B0-83EF-43D3F212C5F8}" dt="2025-03-21T11:05:37.116" v="55"/>
          <ac:grpSpMkLst>
            <pc:docMk/>
            <pc:sldMk cId="187904320" sldId="271"/>
            <ac:grpSpMk id="74" creationId="{866FCB64-0A37-46EB-8A9B-EC0C4C000AA4}"/>
          </ac:grpSpMkLst>
        </pc:grpChg>
        <pc:picChg chg="add mod">
          <ac:chgData name="Mees van der Waal (1052159)" userId="S::1052159@hr.nl::f47bb1cd-9a7d-4d84-91da-2dc9c3e5f91c" providerId="AD" clId="Web-{3BC2FEB3-5FE6-D2B0-83EF-43D3F212C5F8}" dt="2025-03-21T11:05:37.116" v="55"/>
          <ac:picMkLst>
            <pc:docMk/>
            <pc:sldMk cId="187904320" sldId="271"/>
            <ac:picMk id="7" creationId="{775FE6A1-8D4D-2EB4-BA8F-F256F732FA00}"/>
          </ac:picMkLst>
        </pc:picChg>
        <pc:picChg chg="add">
          <ac:chgData name="Mees van der Waal (1052159)" userId="S::1052159@hr.nl::f47bb1cd-9a7d-4d84-91da-2dc9c3e5f91c" providerId="AD" clId="Web-{3BC2FEB3-5FE6-D2B0-83EF-43D3F212C5F8}" dt="2025-03-21T11:05:37.116" v="55"/>
          <ac:picMkLst>
            <pc:docMk/>
            <pc:sldMk cId="187904320" sldId="271"/>
            <ac:picMk id="12" creationId="{678E285C-BE9E-45B7-A3EE-B9792DAE9917}"/>
          </ac:picMkLst>
        </pc:picChg>
        <pc:picChg chg="add">
          <ac:chgData name="Mees van der Waal (1052159)" userId="S::1052159@hr.nl::f47bb1cd-9a7d-4d84-91da-2dc9c3e5f91c" providerId="AD" clId="Web-{3BC2FEB3-5FE6-D2B0-83EF-43D3F212C5F8}" dt="2025-03-21T11:05:37.116" v="55"/>
          <ac:picMkLst>
            <pc:docMk/>
            <pc:sldMk cId="187904320" sldId="271"/>
            <ac:picMk id="72" creationId="{BDEA11A5-20BA-4650-A324-47C0465FF5A4}"/>
          </ac:picMkLst>
        </pc:picChg>
      </pc:sldChg>
      <pc:sldChg chg="addSp delSp modSp">
        <pc:chgData name="Mees van der Waal (1052159)" userId="S::1052159@hr.nl::f47bb1cd-9a7d-4d84-91da-2dc9c3e5f91c" providerId="AD" clId="Web-{3BC2FEB3-5FE6-D2B0-83EF-43D3F212C5F8}" dt="2025-03-21T11:11:31.438" v="104" actId="20577"/>
        <pc:sldMkLst>
          <pc:docMk/>
          <pc:sldMk cId="1925568384" sldId="272"/>
        </pc:sldMkLst>
        <pc:spChg chg="add mod">
          <ac:chgData name="Mees van der Waal (1052159)" userId="S::1052159@hr.nl::f47bb1cd-9a7d-4d84-91da-2dc9c3e5f91c" providerId="AD" clId="Web-{3BC2FEB3-5FE6-D2B0-83EF-43D3F212C5F8}" dt="2025-03-21T11:11:31.438" v="104" actId="20577"/>
          <ac:spMkLst>
            <pc:docMk/>
            <pc:sldMk cId="1925568384" sldId="272"/>
            <ac:spMk id="9" creationId="{147C8801-067B-10A4-417E-65138165C8ED}"/>
          </ac:spMkLst>
        </pc:spChg>
      </pc:sldChg>
      <pc:sldChg chg="addSp delSp modSp mod setBg">
        <pc:chgData name="Mees van der Waal (1052159)" userId="S::1052159@hr.nl::f47bb1cd-9a7d-4d84-91da-2dc9c3e5f91c" providerId="AD" clId="Web-{3BC2FEB3-5FE6-D2B0-83EF-43D3F212C5F8}" dt="2025-03-21T11:06:30.023" v="60"/>
        <pc:sldMkLst>
          <pc:docMk/>
          <pc:sldMk cId="2830931085" sldId="273"/>
        </pc:sldMkLst>
        <pc:spChg chg="mod">
          <ac:chgData name="Mees van der Waal (1052159)" userId="S::1052159@hr.nl::f47bb1cd-9a7d-4d84-91da-2dc9c3e5f91c" providerId="AD" clId="Web-{3BC2FEB3-5FE6-D2B0-83EF-43D3F212C5F8}" dt="2025-03-21T11:06:30.023" v="60"/>
          <ac:spMkLst>
            <pc:docMk/>
            <pc:sldMk cId="2830931085" sldId="273"/>
            <ac:spMk id="2" creationId="{532D83C0-5928-3D25-8DF8-C73DAB7D5600}"/>
          </ac:spMkLst>
        </pc:spChg>
        <pc:graphicFrameChg chg="add">
          <ac:chgData name="Mees van der Waal (1052159)" userId="S::1052159@hr.nl::f47bb1cd-9a7d-4d84-91da-2dc9c3e5f91c" providerId="AD" clId="Web-{3BC2FEB3-5FE6-D2B0-83EF-43D3F212C5F8}" dt="2025-03-21T11:06:30.023" v="60"/>
          <ac:graphicFrameMkLst>
            <pc:docMk/>
            <pc:sldMk cId="2830931085" sldId="273"/>
            <ac:graphicFrameMk id="9" creationId="{1B9B96BE-6ABB-FEBD-720F-A69EB1265084}"/>
          </ac:graphicFrameMkLst>
        </pc:graphicFrameChg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Hidde Gerritsen (1079142)" userId="bd1019e9-fe7d-45bb-8938-4a3398eba8be" providerId="ADAL" clId="{8CC75E13-8196-8C4A-BF1B-A4F40094192E}"/>
    <pc:docChg chg="undo custSel addSld delSld modSld addSection delSection modSection">
      <pc:chgData name="Hidde Gerritsen (1079142)" userId="bd1019e9-fe7d-45bb-8938-4a3398eba8be" providerId="ADAL" clId="{8CC75E13-8196-8C4A-BF1B-A4F40094192E}" dt="2025-03-27T09:26:16.158" v="454" actId="1076"/>
      <pc:docMkLst>
        <pc:docMk/>
      </pc:docMkLst>
      <pc:sldChg chg="modSp mod">
        <pc:chgData name="Hidde Gerritsen (1079142)" userId="bd1019e9-fe7d-45bb-8938-4a3398eba8be" providerId="ADAL" clId="{8CC75E13-8196-8C4A-BF1B-A4F40094192E}" dt="2025-03-24T09:10:28.546" v="165" actId="1076"/>
        <pc:sldMkLst>
          <pc:docMk/>
          <pc:sldMk cId="1448387869" sldId="264"/>
        </pc:sldMkLst>
        <pc:picChg chg="mod">
          <ac:chgData name="Hidde Gerritsen (1079142)" userId="bd1019e9-fe7d-45bb-8938-4a3398eba8be" providerId="ADAL" clId="{8CC75E13-8196-8C4A-BF1B-A4F40094192E}" dt="2025-03-24T09:10:28.546" v="165" actId="1076"/>
          <ac:picMkLst>
            <pc:docMk/>
            <pc:sldMk cId="1448387869" sldId="264"/>
            <ac:picMk id="5" creationId="{4C8972C7-00E9-D332-E5DE-B5911116D81B}"/>
          </ac:picMkLst>
        </pc:picChg>
      </pc:sldChg>
      <pc:sldChg chg="modSp mod">
        <pc:chgData name="Hidde Gerritsen (1079142)" userId="bd1019e9-fe7d-45bb-8938-4a3398eba8be" providerId="ADAL" clId="{8CC75E13-8196-8C4A-BF1B-A4F40094192E}" dt="2025-03-24T09:19:36.610" v="334" actId="1076"/>
        <pc:sldMkLst>
          <pc:docMk/>
          <pc:sldMk cId="462427109" sldId="267"/>
        </pc:sldMkLst>
        <pc:spChg chg="mod">
          <ac:chgData name="Hidde Gerritsen (1079142)" userId="bd1019e9-fe7d-45bb-8938-4a3398eba8be" providerId="ADAL" clId="{8CC75E13-8196-8C4A-BF1B-A4F40094192E}" dt="2025-03-24T09:19:36.610" v="334" actId="1076"/>
          <ac:spMkLst>
            <pc:docMk/>
            <pc:sldMk cId="462427109" sldId="267"/>
            <ac:spMk id="3" creationId="{04FE7EAC-2576-1320-3389-A13125ED8382}"/>
          </ac:spMkLst>
        </pc:spChg>
      </pc:sldChg>
      <pc:sldChg chg="modSp mod">
        <pc:chgData name="Hidde Gerritsen (1079142)" userId="bd1019e9-fe7d-45bb-8938-4a3398eba8be" providerId="ADAL" clId="{8CC75E13-8196-8C4A-BF1B-A4F40094192E}" dt="2025-03-24T09:05:34.239" v="1" actId="1076"/>
        <pc:sldMkLst>
          <pc:docMk/>
          <pc:sldMk cId="3316613587" sldId="268"/>
        </pc:sldMkLst>
        <pc:spChg chg="mod">
          <ac:chgData name="Hidde Gerritsen (1079142)" userId="bd1019e9-fe7d-45bb-8938-4a3398eba8be" providerId="ADAL" clId="{8CC75E13-8196-8C4A-BF1B-A4F40094192E}" dt="2025-03-24T09:05:34.239" v="1" actId="1076"/>
          <ac:spMkLst>
            <pc:docMk/>
            <pc:sldMk cId="3316613587" sldId="268"/>
            <ac:spMk id="12" creationId="{F0424C9A-685D-C0BE-B912-B48372C7EAD2}"/>
          </ac:spMkLst>
        </pc:spChg>
      </pc:sldChg>
      <pc:sldChg chg="modSp mod">
        <pc:chgData name="Hidde Gerritsen (1079142)" userId="bd1019e9-fe7d-45bb-8938-4a3398eba8be" providerId="ADAL" clId="{8CC75E13-8196-8C4A-BF1B-A4F40094192E}" dt="2025-03-24T09:15:43.480" v="310"/>
        <pc:sldMkLst>
          <pc:docMk/>
          <pc:sldMk cId="2830931085" sldId="273"/>
        </pc:sldMkLst>
        <pc:graphicFrameChg chg="mod">
          <ac:chgData name="Hidde Gerritsen (1079142)" userId="bd1019e9-fe7d-45bb-8938-4a3398eba8be" providerId="ADAL" clId="{8CC75E13-8196-8C4A-BF1B-A4F40094192E}" dt="2025-03-24T09:15:43.480" v="310"/>
          <ac:graphicFrameMkLst>
            <pc:docMk/>
            <pc:sldMk cId="2830931085" sldId="273"/>
            <ac:graphicFrameMk id="9" creationId="{1B9B96BE-6ABB-FEBD-720F-A69EB1265084}"/>
          </ac:graphicFrameMkLst>
        </pc:graphicFrameChg>
      </pc:sldChg>
      <pc:sldChg chg="addSp delSp modSp del mod">
        <pc:chgData name="Hidde Gerritsen (1079142)" userId="bd1019e9-fe7d-45bb-8938-4a3398eba8be" providerId="ADAL" clId="{8CC75E13-8196-8C4A-BF1B-A4F40094192E}" dt="2025-03-24T09:10:39.176" v="166" actId="2696"/>
        <pc:sldMkLst>
          <pc:docMk/>
          <pc:sldMk cId="88598599" sldId="275"/>
        </pc:sldMkLst>
      </pc:sldChg>
      <pc:sldChg chg="addSp delSp modSp add mod">
        <pc:chgData name="Hidde Gerritsen (1079142)" userId="bd1019e9-fe7d-45bb-8938-4a3398eba8be" providerId="ADAL" clId="{8CC75E13-8196-8C4A-BF1B-A4F40094192E}" dt="2025-03-24T09:07:17.773" v="19" actId="20577"/>
        <pc:sldMkLst>
          <pc:docMk/>
          <pc:sldMk cId="2937471029" sldId="276"/>
        </pc:sldMkLst>
        <pc:spChg chg="add mod">
          <ac:chgData name="Hidde Gerritsen (1079142)" userId="bd1019e9-fe7d-45bb-8938-4a3398eba8be" providerId="ADAL" clId="{8CC75E13-8196-8C4A-BF1B-A4F40094192E}" dt="2025-03-24T09:07:17.773" v="19" actId="20577"/>
          <ac:spMkLst>
            <pc:docMk/>
            <pc:sldMk cId="2937471029" sldId="276"/>
            <ac:spMk id="7" creationId="{CBED1AC0-8E6C-B85F-D419-B2706CD32C6B}"/>
          </ac:spMkLst>
        </pc:spChg>
        <pc:picChg chg="add mod">
          <ac:chgData name="Hidde Gerritsen (1079142)" userId="bd1019e9-fe7d-45bb-8938-4a3398eba8be" providerId="ADAL" clId="{8CC75E13-8196-8C4A-BF1B-A4F40094192E}" dt="2025-03-24T09:07:12.284" v="18" actId="1076"/>
          <ac:picMkLst>
            <pc:docMk/>
            <pc:sldMk cId="2937471029" sldId="276"/>
            <ac:picMk id="4" creationId="{29BE9AEE-66F7-180E-776D-FD507E8BF739}"/>
          </ac:picMkLst>
        </pc:picChg>
      </pc:sldChg>
      <pc:sldChg chg="addSp delSp modSp add mod">
        <pc:chgData name="Hidde Gerritsen (1079142)" userId="bd1019e9-fe7d-45bb-8938-4a3398eba8be" providerId="ADAL" clId="{8CC75E13-8196-8C4A-BF1B-A4F40094192E}" dt="2025-03-27T09:26:16.158" v="454" actId="1076"/>
        <pc:sldMkLst>
          <pc:docMk/>
          <pc:sldMk cId="3966701848" sldId="277"/>
        </pc:sldMkLst>
        <pc:spChg chg="mod">
          <ac:chgData name="Hidde Gerritsen (1079142)" userId="bd1019e9-fe7d-45bb-8938-4a3398eba8be" providerId="ADAL" clId="{8CC75E13-8196-8C4A-BF1B-A4F40094192E}" dt="2025-03-27T09:26:16.158" v="454" actId="1076"/>
          <ac:spMkLst>
            <pc:docMk/>
            <pc:sldMk cId="3966701848" sldId="277"/>
            <ac:spMk id="3" creationId="{AC749257-F260-2C02-E03F-7A86B6FE4D6A}"/>
          </ac:spMkLst>
        </pc:spChg>
        <pc:picChg chg="add mod">
          <ac:chgData name="Hidde Gerritsen (1079142)" userId="bd1019e9-fe7d-45bb-8938-4a3398eba8be" providerId="ADAL" clId="{8CC75E13-8196-8C4A-BF1B-A4F40094192E}" dt="2025-03-24T09:09:27.013" v="28" actId="1076"/>
          <ac:picMkLst>
            <pc:docMk/>
            <pc:sldMk cId="3966701848" sldId="277"/>
            <ac:picMk id="7" creationId="{76B949F7-F17B-3F90-6C07-5F7E6CC6577E}"/>
          </ac:picMkLst>
        </pc:picChg>
      </pc:sldChg>
      <pc:sldChg chg="addSp delSp modSp add del mod">
        <pc:chgData name="Hidde Gerritsen (1079142)" userId="bd1019e9-fe7d-45bb-8938-4a3398eba8be" providerId="ADAL" clId="{8CC75E13-8196-8C4A-BF1B-A4F40094192E}" dt="2025-03-24T09:26:30.103" v="382" actId="2696"/>
        <pc:sldMkLst>
          <pc:docMk/>
          <pc:sldMk cId="3073004988" sldId="278"/>
        </pc:sldMkLst>
      </pc:sldChg>
      <pc:sldChg chg="addSp delSp modSp add mod">
        <pc:chgData name="Hidde Gerritsen (1079142)" userId="bd1019e9-fe7d-45bb-8938-4a3398eba8be" providerId="ADAL" clId="{8CC75E13-8196-8C4A-BF1B-A4F40094192E}" dt="2025-03-24T09:26:45.944" v="452" actId="20577"/>
        <pc:sldMkLst>
          <pc:docMk/>
          <pc:sldMk cId="3888164645" sldId="279"/>
        </pc:sldMkLst>
        <pc:spChg chg="mod">
          <ac:chgData name="Hidde Gerritsen (1079142)" userId="bd1019e9-fe7d-45bb-8938-4a3398eba8be" providerId="ADAL" clId="{8CC75E13-8196-8C4A-BF1B-A4F40094192E}" dt="2025-03-24T09:26:45.944" v="452" actId="20577"/>
          <ac:spMkLst>
            <pc:docMk/>
            <pc:sldMk cId="3888164645" sldId="279"/>
            <ac:spMk id="3" creationId="{C61F9D0B-E9A0-74E4-2A2E-8A3458D9522A}"/>
          </ac:spMkLst>
        </pc:spChg>
        <pc:picChg chg="add mod">
          <ac:chgData name="Hidde Gerritsen (1079142)" userId="bd1019e9-fe7d-45bb-8938-4a3398eba8be" providerId="ADAL" clId="{8CC75E13-8196-8C4A-BF1B-A4F40094192E}" dt="2025-03-24T09:26:27.829" v="380"/>
          <ac:picMkLst>
            <pc:docMk/>
            <pc:sldMk cId="3888164645" sldId="279"/>
            <ac:picMk id="5" creationId="{07853AD8-5C84-B283-2334-B5020C260F43}"/>
          </ac:picMkLst>
        </pc:picChg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  <pc:spChg chg="mod">
          <ac:chgData name="Hwayda Hwayda Bashair (1049850)" userId="S::1049850@hr.nl::cfc65a82-fb1c-475e-92d7-ff76e90f0086" providerId="AD" clId="Web-{3EF45F4D-DC4D-8620-F645-7D8AF43EBE8C}" dt="2025-02-14T14:43:57.258" v="286" actId="20577"/>
          <ac:spMkLst>
            <pc:docMk/>
            <pc:sldMk cId="1448387869" sldId="264"/>
            <ac:spMk id="3" creationId="{75611EA5-C74C-EEF9-5368-E957897DD1D6}"/>
          </ac:spMkLst>
        </pc:spChg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  <pc:docChgLst>
    <pc:chgData name="Hwayda Hwayda Bashair (1049850)" userId="S::1049850@hr.nl::cfc65a82-fb1c-475e-92d7-ff76e90f0086" providerId="AD" clId="Web-{9B28D821-E689-A882-8C7B-D0A91A61FAFD}"/>
    <pc:docChg chg="modSld">
      <pc:chgData name="Hwayda Hwayda Bashair (1049850)" userId="S::1049850@hr.nl::cfc65a82-fb1c-475e-92d7-ff76e90f0086" providerId="AD" clId="Web-{9B28D821-E689-A882-8C7B-D0A91A61FAFD}" dt="2025-03-10T09:28:04.465" v="38" actId="20577"/>
      <pc:docMkLst>
        <pc:docMk/>
      </pc:docMkLst>
      <pc:sldChg chg="modSp">
        <pc:chgData name="Hwayda Hwayda Bashair (1049850)" userId="S::1049850@hr.nl::cfc65a82-fb1c-475e-92d7-ff76e90f0086" providerId="AD" clId="Web-{9B28D821-E689-A882-8C7B-D0A91A61FAFD}" dt="2025-03-07T11:48:49.035" v="35" actId="20577"/>
        <pc:sldMkLst>
          <pc:docMk/>
          <pc:sldMk cId="462427109" sldId="267"/>
        </pc:sldMkLst>
        <pc:spChg chg="mod">
          <ac:chgData name="Hwayda Hwayda Bashair (1049850)" userId="S::1049850@hr.nl::cfc65a82-fb1c-475e-92d7-ff76e90f0086" providerId="AD" clId="Web-{9B28D821-E689-A882-8C7B-D0A91A61FAFD}" dt="2025-03-07T11:48:49.035" v="35" actId="20577"/>
          <ac:spMkLst>
            <pc:docMk/>
            <pc:sldMk cId="462427109" sldId="267"/>
            <ac:spMk id="3" creationId="{04FE7EAC-2576-1320-3389-A13125ED8382}"/>
          </ac:spMkLst>
        </pc:spChg>
      </pc:sldChg>
      <pc:sldChg chg="modSp">
        <pc:chgData name="Hwayda Hwayda Bashair (1049850)" userId="S::1049850@hr.nl::cfc65a82-fb1c-475e-92d7-ff76e90f0086" providerId="AD" clId="Web-{9B28D821-E689-A882-8C7B-D0A91A61FAFD}" dt="2025-03-10T09:28:04.465" v="38" actId="20577"/>
        <pc:sldMkLst>
          <pc:docMk/>
          <pc:sldMk cId="235373548" sldId="269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58.874" v="26" actId="20577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8:33.659" v="31" actId="1076"/>
        <pc:sldMkLst>
          <pc:docMk/>
          <pc:sldMk cId="187904320" sldId="271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41.389" v="18" actId="20577"/>
        <pc:sldMkLst>
          <pc:docMk/>
          <pc:sldMk cId="2830931085" sldId="273"/>
        </pc:sldMkLst>
        <pc:spChg chg="mod">
          <ac:chgData name="Hwayda Hwayda Bashair (1049850)" userId="S::1049850@hr.nl::cfc65a82-fb1c-475e-92d7-ff76e90f0086" providerId="AD" clId="Web-{9B28D821-E689-A882-8C7B-D0A91A61FAFD}" dt="2025-03-07T11:45:22.717" v="12" actId="20577"/>
          <ac:spMkLst>
            <pc:docMk/>
            <pc:sldMk cId="2830931085" sldId="273"/>
            <ac:spMk id="2" creationId="{532D83C0-5928-3D25-8DF8-C73DAB7D5600}"/>
          </ac:spMkLst>
        </pc:spChg>
      </pc:sldChg>
    </pc:docChg>
  </pc:docChgLst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</pc:sldChg>
    </pc:docChg>
  </pc:docChgLst>
  <pc:docChgLst>
    <pc:chgData name="Hwayda Hwayda Bashair (1049850)" userId="S::1049850@hr.nl::cfc65a82-fb1c-475e-92d7-ff76e90f0086" providerId="AD" clId="Web-{F27ABF13-F0A9-E0DA-C052-D664AB5D4DED}"/>
    <pc:docChg chg="addSld delSld modSld sldOrd">
      <pc:chgData name="Hwayda Hwayda Bashair (1049850)" userId="S::1049850@hr.nl::cfc65a82-fb1c-475e-92d7-ff76e90f0086" providerId="AD" clId="Web-{F27ABF13-F0A9-E0DA-C052-D664AB5D4DED}" dt="2025-03-07T11:44:51.941" v="490"/>
      <pc:docMkLst>
        <pc:docMk/>
      </pc:docMkLst>
      <pc:sldChg chg="modSp del">
        <pc:chgData name="Hwayda Hwayda Bashair (1049850)" userId="S::1049850@hr.nl::cfc65a82-fb1c-475e-92d7-ff76e90f0086" providerId="AD" clId="Web-{F27ABF13-F0A9-E0DA-C052-D664AB5D4DED}" dt="2025-03-07T11:44:51.941" v="490"/>
        <pc:sldMkLst>
          <pc:docMk/>
          <pc:sldMk cId="4273982498" sldId="261"/>
        </pc:sldMkLst>
      </pc:sldChg>
      <pc:sldChg chg="modSp del">
        <pc:chgData name="Hwayda Hwayda Bashair (1049850)" userId="S::1049850@hr.nl::cfc65a82-fb1c-475e-92d7-ff76e90f0086" providerId="AD" clId="Web-{F27ABF13-F0A9-E0DA-C052-D664AB5D4DED}" dt="2025-03-07T11:35:56.673" v="281"/>
        <pc:sldMkLst>
          <pc:docMk/>
          <pc:sldMk cId="1680564021" sldId="263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4.345" v="282"/>
        <pc:sldMkLst>
          <pc:docMk/>
          <pc:sldMk cId="462427109" sldId="267"/>
        </pc:sldMkLst>
        <pc:spChg chg="mod">
          <ac:chgData name="Hwayda Hwayda Bashair (1049850)" userId="S::1049850@hr.nl::cfc65a82-fb1c-475e-92d7-ff76e90f0086" providerId="AD" clId="Web-{F27ABF13-F0A9-E0DA-C052-D664AB5D4DED}" dt="2025-03-07T10:52:46.921" v="52" actId="20577"/>
          <ac:spMkLst>
            <pc:docMk/>
            <pc:sldMk cId="462427109" sldId="267"/>
            <ac:spMk id="2" creationId="{8D3BB8E0-DAF4-154A-67D6-C32EBA868364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0:53:05.937" v="54" actId="20577"/>
          <ac:spMkLst>
            <pc:docMk/>
            <pc:sldMk cId="462427109" sldId="267"/>
            <ac:spMk id="3" creationId="{04FE7EAC-2576-1320-3389-A13125ED8382}"/>
          </ac:spMkLst>
        </pc:spChg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6.877" v="283"/>
        <pc:sldMkLst>
          <pc:docMk/>
          <pc:sldMk cId="3316613587" sldId="268"/>
        </pc:sldMkLst>
        <pc:spChg chg="mod">
          <ac:chgData name="Hwayda Hwayda Bashair (1049850)" userId="S::1049850@hr.nl::cfc65a82-fb1c-475e-92d7-ff76e90f0086" providerId="AD" clId="Web-{F27ABF13-F0A9-E0DA-C052-D664AB5D4DED}" dt="2025-03-07T10:58:45.284" v="84"/>
          <ac:spMkLst>
            <pc:docMk/>
            <pc:sldMk cId="3316613587" sldId="268"/>
            <ac:spMk id="2" creationId="{4CD9252A-AFAB-0B18-022B-B07778F3F468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1:27:59.501" v="112"/>
          <ac:spMkLst>
            <pc:docMk/>
            <pc:sldMk cId="3316613587" sldId="268"/>
            <ac:spMk id="3" creationId="{DE698152-C741-3D59-1696-E30510CFE50D}"/>
          </ac:spMkLst>
        </pc:spChg>
      </pc:sldChg>
      <pc:sldChg chg="addSp delSp modSp new">
        <pc:chgData name="Hwayda Hwayda Bashair (1049850)" userId="S::1049850@hr.nl::cfc65a82-fb1c-475e-92d7-ff76e90f0086" providerId="AD" clId="Web-{F27ABF13-F0A9-E0DA-C052-D664AB5D4DED}" dt="2025-03-07T11:32:14.306" v="229" actId="20577"/>
        <pc:sldMkLst>
          <pc:docMk/>
          <pc:sldMk cId="187904320" sldId="271"/>
        </pc:sldMkLst>
        <pc:spChg chg="mod">
          <ac:chgData name="Hwayda Hwayda Bashair (1049850)" userId="S::1049850@hr.nl::cfc65a82-fb1c-475e-92d7-ff76e90f0086" providerId="AD" clId="Web-{F27ABF13-F0A9-E0DA-C052-D664AB5D4DED}" dt="2025-03-07T11:28:12.798" v="122" actId="20577"/>
          <ac:spMkLst>
            <pc:docMk/>
            <pc:sldMk cId="187904320" sldId="271"/>
            <ac:spMk id="2" creationId="{578AFCCB-5F34-5ADC-4F0E-B5CF096E70C6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1:32:14.306" v="229" actId="20577"/>
          <ac:spMkLst>
            <pc:docMk/>
            <pc:sldMk cId="187904320" sldId="271"/>
            <ac:spMk id="3" creationId="{B760B328-D5FE-6F31-A16F-2A30F608BBD7}"/>
          </ac:spMkLst>
        </pc:spChg>
      </pc:sldChg>
      <pc:sldChg chg="addSp modSp new">
        <pc:chgData name="Hwayda Hwayda Bashair (1049850)" userId="S::1049850@hr.nl::cfc65a82-fb1c-475e-92d7-ff76e90f0086" providerId="AD" clId="Web-{F27ABF13-F0A9-E0DA-C052-D664AB5D4DED}" dt="2025-03-07T11:35:23.813" v="280" actId="20577"/>
        <pc:sldMkLst>
          <pc:docMk/>
          <pc:sldMk cId="1925568384" sldId="272"/>
        </pc:sldMkLst>
        <pc:spChg chg="mod">
          <ac:chgData name="Hwayda Hwayda Bashair (1049850)" userId="S::1049850@hr.nl::cfc65a82-fb1c-475e-92d7-ff76e90f0086" providerId="AD" clId="Web-{F27ABF13-F0A9-E0DA-C052-D664AB5D4DED}" dt="2025-03-07T11:31:55.212" v="201" actId="20577"/>
          <ac:spMkLst>
            <pc:docMk/>
            <pc:sldMk cId="1925568384" sldId="272"/>
            <ac:spMk id="2" creationId="{3F905561-BC5E-1C39-7400-5FE28A6FC801}"/>
          </ac:spMkLst>
        </pc:spChg>
      </pc:sldChg>
      <pc:sldChg chg="modSp new">
        <pc:chgData name="Hwayda Hwayda Bashair (1049850)" userId="S::1049850@hr.nl::cfc65a82-fb1c-475e-92d7-ff76e90f0086" providerId="AD" clId="Web-{F27ABF13-F0A9-E0DA-C052-D664AB5D4DED}" dt="2025-03-07T11:43:07.891" v="489" actId="20577"/>
        <pc:sldMkLst>
          <pc:docMk/>
          <pc:sldMk cId="2830931085" sldId="273"/>
        </pc:sldMkLst>
      </pc:sldChg>
    </pc:docChg>
  </pc:docChgLst>
  <pc:docChgLst>
    <pc:chgData name="Mees van der Waal (1052159)" userId="S::1052159@hr.nl::f47bb1cd-9a7d-4d84-91da-2dc9c3e5f91c" providerId="AD" clId="Web-{4D86810B-0965-5F67-1518-DF680C869892}"/>
    <pc:docChg chg="modSld">
      <pc:chgData name="Mees van der Waal (1052159)" userId="S::1052159@hr.nl::f47bb1cd-9a7d-4d84-91da-2dc9c3e5f91c" providerId="AD" clId="Web-{4D86810B-0965-5F67-1518-DF680C869892}" dt="2025-03-10T09:25:59.420" v="38" actId="20577"/>
      <pc:docMkLst>
        <pc:docMk/>
      </pc:docMkLst>
      <pc:sldChg chg="modSp">
        <pc:chgData name="Mees van der Waal (1052159)" userId="S::1052159@hr.nl::f47bb1cd-9a7d-4d84-91da-2dc9c3e5f91c" providerId="AD" clId="Web-{4D86810B-0965-5F67-1518-DF680C869892}" dt="2025-03-10T09:20:56.112" v="9"/>
        <pc:sldMkLst>
          <pc:docMk/>
          <pc:sldMk cId="1448387869" sldId="264"/>
        </pc:sldMkLst>
        <pc:spChg chg="mod">
          <ac:chgData name="Mees van der Waal (1052159)" userId="S::1052159@hr.nl::f47bb1cd-9a7d-4d84-91da-2dc9c3e5f91c" providerId="AD" clId="Web-{4D86810B-0965-5F67-1518-DF680C869892}" dt="2025-03-10T09:20:11.157" v="7" actId="20577"/>
          <ac:spMkLst>
            <pc:docMk/>
            <pc:sldMk cId="1448387869" sldId="264"/>
            <ac:spMk id="3" creationId="{75611EA5-C74C-EEF9-5368-E957897DD1D6}"/>
          </ac:spMkLst>
        </pc:spChg>
        <pc:picChg chg="mod modCrop">
          <ac:chgData name="Mees van der Waal (1052159)" userId="S::1052159@hr.nl::f47bb1cd-9a7d-4d84-91da-2dc9c3e5f91c" providerId="AD" clId="Web-{4D86810B-0965-5F67-1518-DF680C869892}" dt="2025-03-10T09:20:56.112" v="9"/>
          <ac:picMkLst>
            <pc:docMk/>
            <pc:sldMk cId="1448387869" sldId="264"/>
            <ac:picMk id="5" creationId="{4C8972C7-00E9-D332-E5DE-B5911116D81B}"/>
          </ac:picMkLst>
        </pc:picChg>
      </pc:sldChg>
      <pc:sldChg chg="addSp modSp">
        <pc:chgData name="Mees van der Waal (1052159)" userId="S::1052159@hr.nl::f47bb1cd-9a7d-4d84-91da-2dc9c3e5f91c" providerId="AD" clId="Web-{4D86810B-0965-5F67-1518-DF680C869892}" dt="2025-03-10T09:25:59.420" v="38" actId="20577"/>
        <pc:sldMkLst>
          <pc:docMk/>
          <pc:sldMk cId="187904320" sldId="271"/>
        </pc:sldMkLst>
        <pc:spChg chg="mod">
          <ac:chgData name="Mees van der Waal (1052159)" userId="S::1052159@hr.nl::f47bb1cd-9a7d-4d84-91da-2dc9c3e5f91c" providerId="AD" clId="Web-{4D86810B-0965-5F67-1518-DF680C869892}" dt="2025-03-10T09:25:59.420" v="38" actId="20577"/>
          <ac:spMkLst>
            <pc:docMk/>
            <pc:sldMk cId="187904320" sldId="271"/>
            <ac:spMk id="3" creationId="{B760B328-D5FE-6F31-A16F-2A30F608BBD7}"/>
          </ac:spMkLst>
        </pc:spChg>
      </pc:sldChg>
      <pc:sldChg chg="modSp">
        <pc:chgData name="Mees van der Waal (1052159)" userId="S::1052159@hr.nl::f47bb1cd-9a7d-4d84-91da-2dc9c3e5f91c" providerId="AD" clId="Web-{4D86810B-0965-5F67-1518-DF680C869892}" dt="2025-03-10T09:21:53.583" v="30" actId="20577"/>
        <pc:sldMkLst>
          <pc:docMk/>
          <pc:sldMk cId="1925568384" sldId="272"/>
        </pc:sldMkLst>
      </pc:sldChg>
    </pc:docChg>
  </pc:docChgLst>
  <pc:docChgLst>
    <pc:chgData name="Hidde Gerritsen (1079142)" userId="bd1019e9-fe7d-45bb-8938-4a3398eba8be" providerId="ADAL" clId="{D8E76ED8-6577-7B45-A735-4968E733AB71}"/>
    <pc:docChg chg="undo custSel addSld delSld modSld">
      <pc:chgData name="Hidde Gerritsen (1079142)" userId="bd1019e9-fe7d-45bb-8938-4a3398eba8be" providerId="ADAL" clId="{D8E76ED8-6577-7B45-A735-4968E733AB71}" dt="2025-03-10T09:27:47.950" v="1092" actId="20577"/>
      <pc:docMkLst>
        <pc:docMk/>
      </pc:docMkLst>
      <pc:sldChg chg="del">
        <pc:chgData name="Hidde Gerritsen (1079142)" userId="bd1019e9-fe7d-45bb-8938-4a3398eba8be" providerId="ADAL" clId="{D8E76ED8-6577-7B45-A735-4968E733AB71}" dt="2025-03-07T10:44:53.522" v="80" actId="2696"/>
        <pc:sldMkLst>
          <pc:docMk/>
          <pc:sldMk cId="3509801291" sldId="257"/>
        </pc:sldMkLst>
      </pc:sldChg>
      <pc:sldChg chg="modSp mod">
        <pc:chgData name="Hidde Gerritsen (1079142)" userId="bd1019e9-fe7d-45bb-8938-4a3398eba8be" providerId="ADAL" clId="{D8E76ED8-6577-7B45-A735-4968E733AB71}" dt="2025-03-07T10:45:27.688" v="86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D8E76ED8-6577-7B45-A735-4968E733AB71}" dt="2025-03-07T10:42:13.585" v="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D8E76ED8-6577-7B45-A735-4968E733AB71}" dt="2025-03-07T10:45:27.688" v="86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 mod">
        <pc:chgData name="Hidde Gerritsen (1079142)" userId="bd1019e9-fe7d-45bb-8938-4a3398eba8be" providerId="ADAL" clId="{D8E76ED8-6577-7B45-A735-4968E733AB71}" dt="2025-03-07T11:14:52.448" v="516" actId="1076"/>
        <pc:sldMkLst>
          <pc:docMk/>
          <pc:sldMk cId="4273982498" sldId="261"/>
        </pc:sldMkLst>
      </pc:sldChg>
      <pc:sldChg chg="addSp delSp modSp mod">
        <pc:chgData name="Hidde Gerritsen (1079142)" userId="bd1019e9-fe7d-45bb-8938-4a3398eba8be" providerId="ADAL" clId="{D8E76ED8-6577-7B45-A735-4968E733AB71}" dt="2025-03-07T10:52:21.700" v="263"/>
        <pc:sldMkLst>
          <pc:docMk/>
          <pc:sldMk cId="1680564021" sldId="263"/>
        </pc:sldMkLst>
      </pc:sldChg>
      <pc:sldChg chg="addSp modSp mod">
        <pc:chgData name="Hidde Gerritsen (1079142)" userId="bd1019e9-fe7d-45bb-8938-4a3398eba8be" providerId="ADAL" clId="{D8E76ED8-6577-7B45-A735-4968E733AB71}" dt="2025-03-10T09:21:18.896" v="964" actId="20577"/>
        <pc:sldMkLst>
          <pc:docMk/>
          <pc:sldMk cId="1448387869" sldId="264"/>
        </pc:sldMkLst>
        <pc:spChg chg="mod">
          <ac:chgData name="Hidde Gerritsen (1079142)" userId="bd1019e9-fe7d-45bb-8938-4a3398eba8be" providerId="ADAL" clId="{D8E76ED8-6577-7B45-A735-4968E733AB71}" dt="2025-03-10T09:21:18.896" v="964" actId="20577"/>
          <ac:spMkLst>
            <pc:docMk/>
            <pc:sldMk cId="1448387869" sldId="264"/>
            <ac:spMk id="3" creationId="{75611EA5-C74C-EEF9-5368-E957897DD1D6}"/>
          </ac:spMkLst>
        </pc:spChg>
        <pc:picChg chg="add mod">
          <ac:chgData name="Hidde Gerritsen (1079142)" userId="bd1019e9-fe7d-45bb-8938-4a3398eba8be" providerId="ADAL" clId="{D8E76ED8-6577-7B45-A735-4968E733AB71}" dt="2025-03-07T11:37:08.637" v="589" actId="1076"/>
          <ac:picMkLst>
            <pc:docMk/>
            <pc:sldMk cId="1448387869" sldId="264"/>
            <ac:picMk id="5" creationId="{4C8972C7-00E9-D332-E5DE-B5911116D81B}"/>
          </ac:picMkLst>
        </pc:picChg>
      </pc:sldChg>
      <pc:sldChg chg="del">
        <pc:chgData name="Hidde Gerritsen (1079142)" userId="bd1019e9-fe7d-45bb-8938-4a3398eba8be" providerId="ADAL" clId="{D8E76ED8-6577-7B45-A735-4968E733AB71}" dt="2025-03-07T10:49:23.373" v="163" actId="2696"/>
        <pc:sldMkLst>
          <pc:docMk/>
          <pc:sldMk cId="389105982" sldId="266"/>
        </pc:sldMkLst>
      </pc:sldChg>
      <pc:sldChg chg="modSp mod">
        <pc:chgData name="Hidde Gerritsen (1079142)" userId="bd1019e9-fe7d-45bb-8938-4a3398eba8be" providerId="ADAL" clId="{D8E76ED8-6577-7B45-A735-4968E733AB71}" dt="2025-03-07T11:14:32.407" v="510" actId="14100"/>
        <pc:sldMkLst>
          <pc:docMk/>
          <pc:sldMk cId="462427109" sldId="267"/>
        </pc:sldMkLst>
      </pc:sldChg>
      <pc:sldChg chg="addSp delSp modSp mod">
        <pc:chgData name="Hidde Gerritsen (1079142)" userId="bd1019e9-fe7d-45bb-8938-4a3398eba8be" providerId="ADAL" clId="{D8E76ED8-6577-7B45-A735-4968E733AB71}" dt="2025-03-10T09:25:12.150" v="977" actId="1076"/>
        <pc:sldMkLst>
          <pc:docMk/>
          <pc:sldMk cId="3316613587" sldId="268"/>
        </pc:sldMkLst>
        <pc:spChg chg="mod">
          <ac:chgData name="Hidde Gerritsen (1079142)" userId="bd1019e9-fe7d-45bb-8938-4a3398eba8be" providerId="ADAL" clId="{D8E76ED8-6577-7B45-A735-4968E733AB71}" dt="2025-03-10T09:24:25.395" v="969" actId="20577"/>
          <ac:spMkLst>
            <pc:docMk/>
            <pc:sldMk cId="3316613587" sldId="268"/>
            <ac:spMk id="3" creationId="{DE698152-C741-3D59-1696-E30510CFE50D}"/>
          </ac:spMkLst>
        </pc:spChg>
      </pc:sldChg>
      <pc:sldChg chg="addSp modSp add mod">
        <pc:chgData name="Hidde Gerritsen (1079142)" userId="bd1019e9-fe7d-45bb-8938-4a3398eba8be" providerId="ADAL" clId="{D8E76ED8-6577-7B45-A735-4968E733AB71}" dt="2025-03-07T11:41:18.702" v="722" actId="1076"/>
        <pc:sldMkLst>
          <pc:docMk/>
          <pc:sldMk cId="235373548" sldId="269"/>
        </pc:sldMkLst>
      </pc:sldChg>
      <pc:sldChg chg="addSp modSp add mod">
        <pc:chgData name="Hidde Gerritsen (1079142)" userId="bd1019e9-fe7d-45bb-8938-4a3398eba8be" providerId="ADAL" clId="{D8E76ED8-6577-7B45-A735-4968E733AB71}" dt="2025-03-07T11:47:10.031" v="795" actId="1076"/>
        <pc:sldMkLst>
          <pc:docMk/>
          <pc:sldMk cId="3847829345" sldId="270"/>
        </pc:sldMkLst>
      </pc:sldChg>
      <pc:sldChg chg="addSp modSp mod">
        <pc:chgData name="Hidde Gerritsen (1079142)" userId="bd1019e9-fe7d-45bb-8938-4a3398eba8be" providerId="ADAL" clId="{D8E76ED8-6577-7B45-A735-4968E733AB71}" dt="2025-03-07T11:50:35.160" v="955" actId="29295"/>
        <pc:sldMkLst>
          <pc:docMk/>
          <pc:sldMk cId="1925568384" sldId="272"/>
        </pc:sldMkLst>
      </pc:sldChg>
      <pc:sldChg chg="modSp mod">
        <pc:chgData name="Hidde Gerritsen (1079142)" userId="bd1019e9-fe7d-45bb-8938-4a3398eba8be" providerId="ADAL" clId="{D8E76ED8-6577-7B45-A735-4968E733AB71}" dt="2025-03-10T09:27:47.950" v="1092" actId="20577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05FA944A-5BA2-F39D-D5CB-CE54CF5C0504}"/>
    <pc:docChg chg="addSld delSld modSld sldOrd">
      <pc:chgData name="Hwayda Hwayda Bashair (1049850)" userId="S::1049850@hr.nl::cfc65a82-fb1c-475e-92d7-ff76e90f0086" providerId="AD" clId="Web-{05FA944A-5BA2-F39D-D5CB-CE54CF5C0504}" dt="2025-03-21T12:25:47.561" v="203" actId="20577"/>
      <pc:docMkLst>
        <pc:docMk/>
      </pc:docMkLst>
      <pc:sldChg chg="modSp">
        <pc:chgData name="Hwayda Hwayda Bashair (1049850)" userId="S::1049850@hr.nl::cfc65a82-fb1c-475e-92d7-ff76e90f0086" providerId="AD" clId="Web-{05FA944A-5BA2-F39D-D5CB-CE54CF5C0504}" dt="2025-03-21T12:25:47.561" v="203" actId="20577"/>
        <pc:sldMkLst>
          <pc:docMk/>
          <pc:sldMk cId="1448387869" sldId="264"/>
        </pc:sldMkLst>
        <pc:spChg chg="mod">
          <ac:chgData name="Hwayda Hwayda Bashair (1049850)" userId="S::1049850@hr.nl::cfc65a82-fb1c-475e-92d7-ff76e90f0086" providerId="AD" clId="Web-{05FA944A-5BA2-F39D-D5CB-CE54CF5C0504}" dt="2025-03-21T12:25:47.561" v="203" actId="20577"/>
          <ac:spMkLst>
            <pc:docMk/>
            <pc:sldMk cId="1448387869" sldId="264"/>
            <ac:spMk id="3" creationId="{75611EA5-C74C-EEF9-5368-E957897DD1D6}"/>
          </ac:spMkLst>
        </pc:spChg>
      </pc:sldChg>
      <pc:sldChg chg="addSp delSp modSp">
        <pc:chgData name="Hwayda Hwayda Bashair (1049850)" userId="S::1049850@hr.nl::cfc65a82-fb1c-475e-92d7-ff76e90f0086" providerId="AD" clId="Web-{05FA944A-5BA2-F39D-D5CB-CE54CF5C0504}" dt="2025-03-21T11:12:06.287" v="133" actId="20577"/>
        <pc:sldMkLst>
          <pc:docMk/>
          <pc:sldMk cId="3316613587" sldId="268"/>
        </pc:sldMkLst>
        <pc:spChg chg="mod">
          <ac:chgData name="Hwayda Hwayda Bashair (1049850)" userId="S::1049850@hr.nl::cfc65a82-fb1c-475e-92d7-ff76e90f0086" providerId="AD" clId="Web-{05FA944A-5BA2-F39D-D5CB-CE54CF5C0504}" dt="2025-03-21T11:04:26.582" v="18"/>
          <ac:spMkLst>
            <pc:docMk/>
            <pc:sldMk cId="3316613587" sldId="268"/>
            <ac:spMk id="2" creationId="{4CD9252A-AFAB-0B18-022B-B07778F3F468}"/>
          </ac:spMkLst>
        </pc:spChg>
        <pc:spChg chg="mod">
          <ac:chgData name="Hwayda Hwayda Bashair (1049850)" userId="S::1049850@hr.nl::cfc65a82-fb1c-475e-92d7-ff76e90f0086" providerId="AD" clId="Web-{05FA944A-5BA2-F39D-D5CB-CE54CF5C0504}" dt="2025-03-21T11:12:06.287" v="133" actId="20577"/>
          <ac:spMkLst>
            <pc:docMk/>
            <pc:sldMk cId="3316613587" sldId="268"/>
            <ac:spMk id="3" creationId="{DE698152-C741-3D59-1696-E30510CFE50D}"/>
          </ac:spMkLst>
        </pc:spChg>
        <pc:spChg chg="add mod">
          <ac:chgData name="Hwayda Hwayda Bashair (1049850)" userId="S::1049850@hr.nl::cfc65a82-fb1c-475e-92d7-ff76e90f0086" providerId="AD" clId="Web-{05FA944A-5BA2-F39D-D5CB-CE54CF5C0504}" dt="2025-03-21T11:08:18.075" v="128" actId="14100"/>
          <ac:spMkLst>
            <pc:docMk/>
            <pc:sldMk cId="3316613587" sldId="268"/>
            <ac:spMk id="12" creationId="{F0424C9A-685D-C0BE-B912-B48372C7EAD2}"/>
          </ac:spMkLst>
        </pc:spChg>
        <pc:spChg chg="add">
          <ac:chgData name="Hwayda Hwayda Bashair (1049850)" userId="S::1049850@hr.nl::cfc65a82-fb1c-475e-92d7-ff76e90f0086" providerId="AD" clId="Web-{05FA944A-5BA2-F39D-D5CB-CE54CF5C0504}" dt="2025-03-21T11:04:26.582" v="18"/>
          <ac:spMkLst>
            <pc:docMk/>
            <pc:sldMk cId="3316613587" sldId="268"/>
            <ac:spMk id="139" creationId="{E6A49086-297C-45EA-8090-994D8666610E}"/>
          </ac:spMkLst>
        </pc:spChg>
        <pc:grpChg chg="add">
          <ac:chgData name="Hwayda Hwayda Bashair (1049850)" userId="S::1049850@hr.nl::cfc65a82-fb1c-475e-92d7-ff76e90f0086" providerId="AD" clId="Web-{05FA944A-5BA2-F39D-D5CB-CE54CF5C0504}" dt="2025-03-21T11:04:26.582" v="18"/>
          <ac:grpSpMkLst>
            <pc:docMk/>
            <pc:sldMk cId="3316613587" sldId="268"/>
            <ac:grpSpMk id="83" creationId="{039C885C-7507-48BC-8DA5-9B9A8A3B290E}"/>
          </ac:grpSpMkLst>
        </pc:grpChg>
        <pc:picChg chg="add mod">
          <ac:chgData name="Hwayda Hwayda Bashair (1049850)" userId="S::1049850@hr.nl::cfc65a82-fb1c-475e-92d7-ff76e90f0086" providerId="AD" clId="Web-{05FA944A-5BA2-F39D-D5CB-CE54CF5C0504}" dt="2025-03-21T11:08:41.170" v="131" actId="1076"/>
          <ac:picMkLst>
            <pc:docMk/>
            <pc:sldMk cId="3316613587" sldId="268"/>
            <ac:picMk id="5" creationId="{1CD531DC-89E4-E6A9-B2F7-6D2DDA383901}"/>
          </ac:picMkLst>
        </pc:picChg>
        <pc:picChg chg="add mod">
          <ac:chgData name="Hwayda Hwayda Bashair (1049850)" userId="S::1049850@hr.nl::cfc65a82-fb1c-475e-92d7-ff76e90f0086" providerId="AD" clId="Web-{05FA944A-5BA2-F39D-D5CB-CE54CF5C0504}" dt="2025-03-21T11:08:39.045" v="130" actId="1076"/>
          <ac:picMkLst>
            <pc:docMk/>
            <pc:sldMk cId="3316613587" sldId="268"/>
            <ac:picMk id="6" creationId="{B2718E4B-52B9-E014-E782-2C9366EB7BDB}"/>
          </ac:picMkLst>
        </pc:picChg>
        <pc:picChg chg="add">
          <ac:chgData name="Hwayda Hwayda Bashair (1049850)" userId="S::1049850@hr.nl::cfc65a82-fb1c-475e-92d7-ff76e90f0086" providerId="AD" clId="Web-{05FA944A-5BA2-F39D-D5CB-CE54CF5C0504}" dt="2025-03-21T11:04:26.582" v="18"/>
          <ac:picMkLst>
            <pc:docMk/>
            <pc:sldMk cId="3316613587" sldId="268"/>
            <ac:picMk id="81" creationId="{9EB19A0D-88ED-4EC7-B012-FDA45662F228}"/>
          </ac:picMkLst>
        </pc:picChg>
      </pc:sldChg>
      <pc:sldChg chg="del">
        <pc:chgData name="Hwayda Hwayda Bashair (1049850)" userId="S::1049850@hr.nl::cfc65a82-fb1c-475e-92d7-ff76e90f0086" providerId="AD" clId="Web-{05FA944A-5BA2-F39D-D5CB-CE54CF5C0504}" dt="2025-03-21T12:22:58.386" v="164"/>
        <pc:sldMkLst>
          <pc:docMk/>
          <pc:sldMk cId="235373548" sldId="269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9.636" v="165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05FA944A-5BA2-F39D-D5CB-CE54CF5C0504}" dt="2025-03-21T11:16:05.031" v="155" actId="20577"/>
        <pc:sldMkLst>
          <pc:docMk/>
          <pc:sldMk cId="187904320" sldId="271"/>
        </pc:sldMkLst>
        <pc:spChg chg="mod">
          <ac:chgData name="Hwayda Hwayda Bashair (1049850)" userId="S::1049850@hr.nl::cfc65a82-fb1c-475e-92d7-ff76e90f0086" providerId="AD" clId="Web-{05FA944A-5BA2-F39D-D5CB-CE54CF5C0504}" dt="2025-03-21T11:16:05.031" v="155" actId="20577"/>
          <ac:spMkLst>
            <pc:docMk/>
            <pc:sldMk cId="187904320" sldId="271"/>
            <ac:spMk id="3" creationId="{B760B328-D5FE-6F31-A16F-2A30F608BBD7}"/>
          </ac:spMkLst>
        </pc:spChg>
      </pc:sldChg>
      <pc:sldChg chg="addSp delSp modSp mod ord setBg setClrOvrMap">
        <pc:chgData name="Hwayda Hwayda Bashair (1049850)" userId="S::1049850@hr.nl::cfc65a82-fb1c-475e-92d7-ff76e90f0086" providerId="AD" clId="Web-{05FA944A-5BA2-F39D-D5CB-CE54CF5C0504}" dt="2025-03-21T11:20:58.902" v="163"/>
        <pc:sldMkLst>
          <pc:docMk/>
          <pc:sldMk cId="1925568384" sldId="272"/>
        </pc:sldMkLst>
        <pc:spChg chg="mod">
          <ac:chgData name="Hwayda Hwayda Bashair (1049850)" userId="S::1049850@hr.nl::cfc65a82-fb1c-475e-92d7-ff76e90f0086" providerId="AD" clId="Web-{05FA944A-5BA2-F39D-D5CB-CE54CF5C0504}" dt="2025-03-21T11:15:39.296" v="152"/>
          <ac:spMkLst>
            <pc:docMk/>
            <pc:sldMk cId="1925568384" sldId="272"/>
            <ac:spMk id="2" creationId="{3F905561-BC5E-1C39-7400-5FE28A6FC801}"/>
          </ac:spMkLst>
        </pc:spChg>
        <pc:spChg chg="mod">
          <ac:chgData name="Hwayda Hwayda Bashair (1049850)" userId="S::1049850@hr.nl::cfc65a82-fb1c-475e-92d7-ff76e90f0086" providerId="AD" clId="Web-{05FA944A-5BA2-F39D-D5CB-CE54CF5C0504}" dt="2025-03-21T11:16:37.251" v="158" actId="20577"/>
          <ac:spMkLst>
            <pc:docMk/>
            <pc:sldMk cId="1925568384" sldId="272"/>
            <ac:spMk id="9" creationId="{147C8801-067B-10A4-417E-65138165C8ED}"/>
          </ac:spMkLst>
        </pc:spChg>
        <pc:spChg chg="add">
          <ac:chgData name="Hwayda Hwayda Bashair (1049850)" userId="S::1049850@hr.nl::cfc65a82-fb1c-475e-92d7-ff76e90f0086" providerId="AD" clId="Web-{05FA944A-5BA2-F39D-D5CB-CE54CF5C0504}" dt="2025-03-21T11:15:39.296" v="152"/>
          <ac:spMkLst>
            <pc:docMk/>
            <pc:sldMk cId="1925568384" sldId="272"/>
            <ac:spMk id="14" creationId="{6697F791-5FFA-4164-899F-EB52EA72B024}"/>
          </ac:spMkLst>
        </pc:spChg>
        <pc:spChg chg="add">
          <ac:chgData name="Hwayda Hwayda Bashair (1049850)" userId="S::1049850@hr.nl::cfc65a82-fb1c-475e-92d7-ff76e90f0086" providerId="AD" clId="Web-{05FA944A-5BA2-F39D-D5CB-CE54CF5C0504}" dt="2025-03-21T11:15:39.296" v="152"/>
          <ac:spMkLst>
            <pc:docMk/>
            <pc:sldMk cId="1925568384" sldId="272"/>
            <ac:spMk id="18" creationId="{B773AB25-A422-41AA-9737-5E04C1966DE1}"/>
          </ac:spMkLst>
        </pc:spChg>
        <pc:grpChg chg="add">
          <ac:chgData name="Hwayda Hwayda Bashair (1049850)" userId="S::1049850@hr.nl::cfc65a82-fb1c-475e-92d7-ff76e90f0086" providerId="AD" clId="Web-{05FA944A-5BA2-F39D-D5CB-CE54CF5C0504}" dt="2025-03-21T11:15:39.296" v="152"/>
          <ac:grpSpMkLst>
            <pc:docMk/>
            <pc:sldMk cId="1925568384" sldId="272"/>
            <ac:grpSpMk id="22" creationId="{6AD0D387-1584-4477-B5F8-52B50D4F2205}"/>
          </ac:grpSpMkLst>
        </pc:grpChg>
        <pc:picChg chg="add mod">
          <ac:chgData name="Hwayda Hwayda Bashair (1049850)" userId="S::1049850@hr.nl::cfc65a82-fb1c-475e-92d7-ff76e90f0086" providerId="AD" clId="Web-{05FA944A-5BA2-F39D-D5CB-CE54CF5C0504}" dt="2025-03-21T11:15:39.296" v="152"/>
          <ac:picMkLst>
            <pc:docMk/>
            <pc:sldMk cId="1925568384" sldId="272"/>
            <ac:picMk id="8" creationId="{255C1190-DA6B-B48D-E48D-E8D605FDAE12}"/>
          </ac:picMkLst>
        </pc:picChg>
        <pc:picChg chg="add">
          <ac:chgData name="Hwayda Hwayda Bashair (1049850)" userId="S::1049850@hr.nl::cfc65a82-fb1c-475e-92d7-ff76e90f0086" providerId="AD" clId="Web-{05FA944A-5BA2-F39D-D5CB-CE54CF5C0504}" dt="2025-03-21T11:15:39.296" v="152"/>
          <ac:picMkLst>
            <pc:docMk/>
            <pc:sldMk cId="1925568384" sldId="272"/>
            <ac:picMk id="16" creationId="{4E28A1A9-FB81-4816-AAEA-C3B430946951}"/>
          </ac:picMkLst>
        </pc:picChg>
        <pc:picChg chg="add">
          <ac:chgData name="Hwayda Hwayda Bashair (1049850)" userId="S::1049850@hr.nl::cfc65a82-fb1c-475e-92d7-ff76e90f0086" providerId="AD" clId="Web-{05FA944A-5BA2-F39D-D5CB-CE54CF5C0504}" dt="2025-03-21T11:15:39.296" v="152"/>
          <ac:picMkLst>
            <pc:docMk/>
            <pc:sldMk cId="1925568384" sldId="272"/>
            <ac:picMk id="20" creationId="{AF0552B8-DE8C-40DF-B29F-1728E6A10619}"/>
          </ac:picMkLst>
        </pc:picChg>
      </pc:sldChg>
      <pc:sldChg chg="modSp new">
        <pc:chgData name="Hwayda Hwayda Bashair (1049850)" userId="S::1049850@hr.nl::cfc65a82-fb1c-475e-92d7-ff76e90f0086" providerId="AD" clId="Web-{05FA944A-5BA2-F39D-D5CB-CE54CF5C0504}" dt="2025-03-21T11:12:44.226" v="149" actId="20577"/>
        <pc:sldMkLst>
          <pc:docMk/>
          <pc:sldMk cId="3713448215" sldId="274"/>
        </pc:sldMkLst>
        <pc:spChg chg="mod">
          <ac:chgData name="Hwayda Hwayda Bashair (1049850)" userId="S::1049850@hr.nl::cfc65a82-fb1c-475e-92d7-ff76e90f0086" providerId="AD" clId="Web-{05FA944A-5BA2-F39D-D5CB-CE54CF5C0504}" dt="2025-03-21T11:12:20.132" v="146" actId="20577"/>
          <ac:spMkLst>
            <pc:docMk/>
            <pc:sldMk cId="3713448215" sldId="274"/>
            <ac:spMk id="2" creationId="{9A71C6F4-27A0-0196-2DD9-ECA366E39A11}"/>
          </ac:spMkLst>
        </pc:spChg>
        <pc:spChg chg="mod">
          <ac:chgData name="Hwayda Hwayda Bashair (1049850)" userId="S::1049850@hr.nl::cfc65a82-fb1c-475e-92d7-ff76e90f0086" providerId="AD" clId="Web-{05FA944A-5BA2-F39D-D5CB-CE54CF5C0504}" dt="2025-03-21T11:12:44.226" v="149" actId="20577"/>
          <ac:spMkLst>
            <pc:docMk/>
            <pc:sldMk cId="3713448215" sldId="274"/>
            <ac:spMk id="3" creationId="{7220A0C4-E337-698F-02DB-DD9821EF5E7A}"/>
          </ac:spMkLst>
        </pc:spChg>
      </pc:sldChg>
      <pc:sldChg chg="new">
        <pc:chgData name="Hwayda Hwayda Bashair (1049850)" userId="S::1049850@hr.nl::cfc65a82-fb1c-475e-92d7-ff76e90f0086" providerId="AD" clId="Web-{05FA944A-5BA2-F39D-D5CB-CE54CF5C0504}" dt="2025-03-21T12:23:53.856" v="186"/>
        <pc:sldMkLst>
          <pc:docMk/>
          <pc:sldMk cId="88598599" sldId="275"/>
        </pc:sldMkLst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  <pc:spChg chg="mod">
          <ac:chgData name="Hidde Gerritsen (1079142)" userId="bd1019e9-fe7d-45bb-8938-4a3398eba8be" providerId="ADAL" clId="{ACB0CC0B-1314-B745-8801-DA505451F9EA}" dt="2025-02-14T14:47:09.933" v="496" actId="20577"/>
          <ac:spMkLst>
            <pc:docMk/>
            <pc:sldMk cId="1448387869" sldId="264"/>
            <ac:spMk id="3" creationId="{75611EA5-C74C-EEF9-5368-E957897DD1D6}"/>
          </ac:spMkLst>
        </pc:spChg>
        <pc:picChg chg="add mod">
          <ac:chgData name="Hidde Gerritsen (1079142)" userId="bd1019e9-fe7d-45bb-8938-4a3398eba8be" providerId="ADAL" clId="{ACB0CC0B-1314-B745-8801-DA505451F9EA}" dt="2025-02-14T14:44:18.926" v="474"/>
          <ac:picMkLst>
            <pc:docMk/>
            <pc:sldMk cId="1448387869" sldId="264"/>
            <ac:picMk id="4" creationId="{EB118A02-1278-A704-599C-314C49CAEB5F}"/>
          </ac:picMkLst>
        </pc:picChg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1159-BC11-3441-1D0E-3029B901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Inhoud 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EDF58C-BCF0-D333-DE52-D615EB72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 err="1"/>
              <a:t>Recap</a:t>
            </a:r>
            <a:r>
              <a:rPr lang="nl-NL" dirty="0"/>
              <a:t> </a:t>
            </a:r>
          </a:p>
          <a:p>
            <a:r>
              <a:rPr lang="nl-NL" dirty="0"/>
              <a:t>Sprint Review</a:t>
            </a:r>
          </a:p>
          <a:p>
            <a:r>
              <a:rPr lang="nl-NL" dirty="0"/>
              <a:t>Volgende Sprint</a:t>
            </a:r>
          </a:p>
          <a:p>
            <a:r>
              <a:rPr lang="nl-NL" dirty="0"/>
              <a:t>Vragen en feedback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35286A2-E32A-52A8-2FC5-920AE5AB7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09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SENS2SEA</a:t>
            </a:r>
          </a:p>
          <a:p>
            <a:r>
              <a:rPr lang="en-US" err="1"/>
              <a:t>Autonoom</a:t>
            </a:r>
            <a:r>
              <a:rPr lang="en-US"/>
              <a:t> </a:t>
            </a:r>
            <a:r>
              <a:rPr lang="en-US" err="1"/>
              <a:t>manouevreren</a:t>
            </a:r>
            <a:r>
              <a:rPr lang="en-US"/>
              <a:t> in de haven</a:t>
            </a:r>
          </a:p>
          <a:p>
            <a:r>
              <a:rPr lang="en-US"/>
              <a:t>SDI</a:t>
            </a:r>
          </a:p>
          <a:p>
            <a:r>
              <a:rPr lang="en-US"/>
              <a:t>Sensor</a:t>
            </a:r>
          </a:p>
          <a:p>
            <a:r>
              <a:rPr lang="en-US" err="1"/>
              <a:t>Modulair</a:t>
            </a:r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2F3D4-C36C-1F62-66E9-85FDD9C4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F7FA98-8EBA-303A-CA2A-695287FF1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21FFFBD-CFB9-337B-EEFC-B42DD6661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125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Bedankt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het </a:t>
            </a:r>
            <a:r>
              <a:rPr lang="en-US" dirty="0" err="1"/>
              <a:t>luisteren</a:t>
            </a:r>
            <a:r>
              <a:rPr lang="en-US" dirty="0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Breedbeeld</PresentationFormat>
  <Slides>5</Slides>
  <Notes>0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6" baseType="lpstr">
      <vt:lpstr>Circuit</vt:lpstr>
      <vt:lpstr>Autonoom manoeuvreren in de haven</vt:lpstr>
      <vt:lpstr>Inhoud </vt:lpstr>
      <vt:lpstr>RECAP</vt:lpstr>
      <vt:lpstr>Demo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revision>14</cp:revision>
  <dcterms:created xsi:type="dcterms:W3CDTF">2025-02-14T14:23:52Z</dcterms:created>
  <dcterms:modified xsi:type="dcterms:W3CDTF">2025-04-24T08:22:26Z</dcterms:modified>
</cp:coreProperties>
</file>